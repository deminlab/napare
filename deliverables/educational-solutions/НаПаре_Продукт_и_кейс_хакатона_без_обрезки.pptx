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x.ru/id550146543714_b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github.com/DeminLab/NaPar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x.ru/id550146543714_bo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2B8A7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647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6572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72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1097280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r:id="rId3"/>
              </a:rPr>
              <a:t>https://max.ru/id550146543714_bot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noGrp="1"/>
          </p:cNvSpPr>
          <p:nvPr/>
        </p:nvSpPr>
        <p:spPr>
          <a:xfrm>
            <a:off x="6324600" y="3314700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noGrp="1"/>
          </p:cNvSpPr>
          <p:nvPr/>
        </p:nvSpPr>
        <p:spPr>
          <a:xfrm>
            <a:off x="6324600" y="355282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/max/ на HTTPS-домене после выкладки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noGrp="1"/>
          </p:cNvSpPr>
          <p:nvPr/>
        </p:nvSpPr>
        <p:spPr>
          <a:xfrm>
            <a:off x="609600" y="4257675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r:id="rId4"/>
              </a:rPr>
              <a:t>https://github.com/DeminLab/NaPare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noGrp="1"/>
          </p:cNvSpPr>
          <p:nvPr/>
        </p:nvSpPr>
        <p:spPr>
          <a:xfrm>
            <a:off x="6324600" y="4257675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noGrp="1"/>
          </p:cNvSpPr>
          <p:nvPr/>
        </p:nvSpPr>
        <p:spPr>
          <a:xfrm>
            <a:off x="6324600" y="44958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Публичный запуск проверяется после выкладки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noGrp="1"/>
          </p:cNvSpPr>
          <p:nvPr/>
        </p:nvSpPr>
        <p:spPr>
          <a:xfrm>
            <a:off x="6324600" y="5000625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после запуска стенда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noGrp="1"/>
          </p:cNvSpPr>
          <p:nvPr/>
        </p:nvSpPr>
        <p:spPr>
          <a:xfrm>
            <a:off x="6324600" y="5200650"/>
            <a:ext cx="504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noGrp="1"/>
          </p:cNvSpPr>
          <p:nvPr/>
        </p:nvSpPr>
        <p:spPr>
          <a:xfrm>
            <a:off x="6324600" y="5438775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noGrp="1"/>
          </p:cNvSpPr>
          <p:nvPr/>
        </p:nvSpPr>
        <p:spPr>
          <a:xfrm>
            <a:off x="6324600" y="5943600"/>
            <a:ext cx="50482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858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Исходники подготовлены; публичный запуск проверяется после выкладки. MAX_BOT_TOKEN задаётся только в окружении backend.</a:t>
            </a:r>
          </a:p>
        </p:txBody>
      </p:sp>
      <p:pic>
        <p:nvPicPr>
          <p:cNvPr id="55" name="Рисунок 54"/>
          <p:cNvPicPr>
            <a:picLocks noChangeAspect="1"/>
          </p:cNvPicPr>
          <p:nvPr/>
        </p:nvPicPr>
        <p:blipFill>
          <a:blip r:embed="rId5"/>
          <a:srcRect t="6102" b="6102"/>
          <a:stretch>
            <a:fillRect/>
          </a:stretch>
        </p:blipFill>
        <p:spPr>
          <a:xfrm>
            <a:off x="6784818" y="200024"/>
            <a:ext cx="5224009" cy="2581275"/>
          </a:xfrm>
          <a:prstGeom prst="roundRect">
            <a:avLst>
              <a:gd name="adj" fmla="val 8333"/>
            </a:avLst>
          </a:prstGeom>
        </p:spPr>
      </p:pic>
    </p:spTree>
    <p:extLst>
      <p:ext uri="{BB962C8B-B14F-4D97-AF65-F5344CB8AC3E}">
        <p14:creationId xmlns:p14="http://schemas.microsoft.com/office/powerpoint/2010/main" val="1837136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0B4A3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noGrp="1"/>
          </p:cNvSpPr>
          <p:nvPr/>
        </p:nvSpPr>
        <p:spPr>
          <a:xfrm>
            <a:off x="11163300" y="3810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noGrp="1"/>
          </p:cNvSpPr>
          <p:nvPr/>
        </p:nvSpPr>
        <p:spPr>
          <a:xfrm>
            <a:off x="533400" y="1457325"/>
            <a:ext cx="5905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1666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noGrp="1"/>
          </p:cNvSpPr>
          <p:nvPr/>
        </p:nvSpPr>
        <p:spPr>
          <a:xfrm>
            <a:off x="533400" y="295275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noGrp="1"/>
          </p:cNvSpPr>
          <p:nvPr/>
        </p:nvSpPr>
        <p:spPr>
          <a:xfrm>
            <a:off x="533400" y="38481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1666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noGrp="1"/>
          </p:cNvSpPr>
          <p:nvPr/>
        </p:nvSpPr>
        <p:spPr>
          <a:xfrm>
            <a:off x="533400" y="5372100"/>
            <a:ext cx="4762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81246" y="2119313"/>
            <a:ext cx="6377354" cy="2938462"/>
          </a:xfrm>
          <a:prstGeom prst="roundRect">
            <a:avLst>
              <a:gd name="adj" fmla="val 3784"/>
            </a:avLst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noGrp="1"/>
          </p:cNvSpPr>
          <p:nvPr/>
        </p:nvSpPr>
        <p:spPr>
          <a:xfrm>
            <a:off x="6238875" y="5343525"/>
            <a:ext cx="5334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74812EF-91C7-49AE-8E4E-265CC9D7C415}"/>
              </a:ext>
            </a:extLst>
          </p:cNvPr>
          <p:cNvSpPr>
            <a:spLocks noGrp="1"/>
          </p:cNvSpPr>
          <p:nvPr/>
        </p:nvSpPr>
        <p:spPr>
          <a:xfrm>
            <a:off x="6238875" y="6286500"/>
            <a:ext cx="53816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Визуальная концепция продукта, не скриншот действующего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0B4A3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noGrp="1"/>
          </p:cNvSpPr>
          <p:nvPr/>
        </p:nvSpPr>
        <p:spPr>
          <a:xfrm>
            <a:off x="11163300" y="3810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23850" y="1963615"/>
            <a:ext cx="5772150" cy="3502269"/>
          </a:xfrm>
          <a:prstGeom prst="roundRect">
            <a:avLst>
              <a:gd name="adj" fmla="val 3256"/>
            </a:avLst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noGrp="1"/>
          </p:cNvSpPr>
          <p:nvPr/>
        </p:nvSpPr>
        <p:spPr>
          <a:xfrm>
            <a:off x="6350977" y="1462087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noGrp="1"/>
          </p:cNvSpPr>
          <p:nvPr/>
        </p:nvSpPr>
        <p:spPr>
          <a:xfrm>
            <a:off x="6350977" y="2014537"/>
            <a:ext cx="5619750" cy="714375"/>
          </a:xfrm>
          <a:prstGeom prst="roundRect">
            <a:avLst>
              <a:gd name="adj" fmla="val 16000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noGrp="1"/>
          </p:cNvSpPr>
          <p:nvPr/>
        </p:nvSpPr>
        <p:spPr>
          <a:xfrm>
            <a:off x="6560527" y="2090737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noGrp="1"/>
          </p:cNvSpPr>
          <p:nvPr/>
        </p:nvSpPr>
        <p:spPr>
          <a:xfrm>
            <a:off x="6560527" y="2319337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noGrp="1"/>
          </p:cNvSpPr>
          <p:nvPr/>
        </p:nvSpPr>
        <p:spPr>
          <a:xfrm>
            <a:off x="6350977" y="2890837"/>
            <a:ext cx="5619750" cy="714375"/>
          </a:xfrm>
          <a:prstGeom prst="roundRect">
            <a:avLst>
              <a:gd name="adj" fmla="val 16000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noGrp="1"/>
          </p:cNvSpPr>
          <p:nvPr/>
        </p:nvSpPr>
        <p:spPr>
          <a:xfrm>
            <a:off x="6560527" y="2967037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noGrp="1"/>
          </p:cNvSpPr>
          <p:nvPr/>
        </p:nvSpPr>
        <p:spPr>
          <a:xfrm>
            <a:off x="6560527" y="3195637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noGrp="1"/>
          </p:cNvSpPr>
          <p:nvPr/>
        </p:nvSpPr>
        <p:spPr>
          <a:xfrm>
            <a:off x="6350977" y="3767137"/>
            <a:ext cx="5619750" cy="714375"/>
          </a:xfrm>
          <a:prstGeom prst="roundRect">
            <a:avLst>
              <a:gd name="adj" fmla="val 16000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noGrp="1"/>
          </p:cNvSpPr>
          <p:nvPr/>
        </p:nvSpPr>
        <p:spPr>
          <a:xfrm>
            <a:off x="6560527" y="3843337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noGrp="1"/>
          </p:cNvSpPr>
          <p:nvPr/>
        </p:nvSpPr>
        <p:spPr>
          <a:xfrm>
            <a:off x="6560527" y="4071937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7963" lnSpcReduction="10000"/>
          </a:bodyPr>
          <a:lstStyle/>
          <a:p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noGrp="1"/>
          </p:cNvSpPr>
          <p:nvPr/>
        </p:nvSpPr>
        <p:spPr>
          <a:xfrm>
            <a:off x="6350977" y="4643437"/>
            <a:ext cx="5619750" cy="714375"/>
          </a:xfrm>
          <a:prstGeom prst="roundRect">
            <a:avLst>
              <a:gd name="adj" fmla="val 16000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noGrp="1"/>
          </p:cNvSpPr>
          <p:nvPr/>
        </p:nvSpPr>
        <p:spPr>
          <a:xfrm>
            <a:off x="6560527" y="4719637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noGrp="1"/>
          </p:cNvSpPr>
          <p:nvPr/>
        </p:nvSpPr>
        <p:spPr>
          <a:xfrm>
            <a:off x="6560527" y="4948237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noGrp="1"/>
          </p:cNvSpPr>
          <p:nvPr/>
        </p:nvSpPr>
        <p:spPr>
          <a:xfrm>
            <a:off x="6350977" y="5662612"/>
            <a:ext cx="557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9D03FB8-0E82-44A2-9525-A825993CB87D}"/>
              </a:ext>
            </a:extLst>
          </p:cNvPr>
          <p:cNvSpPr>
            <a:spLocks noGrp="1"/>
          </p:cNvSpPr>
          <p:nvPr/>
        </p:nvSpPr>
        <p:spPr>
          <a:xfrm>
            <a:off x="533400" y="6286500"/>
            <a:ext cx="476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>
              <a:buNone/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Иллюстрация фирменного стиля, не экран личного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0B4A3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преподавателя и вуза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noGrp="1"/>
          </p:cNvSpPr>
          <p:nvPr/>
        </p:nvSpPr>
        <p:spPr>
          <a:xfrm>
            <a:off x="11163300" y="3810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E4B77C-D432-4916-91F0-EFB4B99FCDAE}"/>
              </a:ext>
            </a:extLst>
          </p:cNvPr>
          <p:cNvSpPr>
            <a:spLocks noGrp="1"/>
          </p:cNvSpPr>
          <p:nvPr/>
        </p:nvSpPr>
        <p:spPr>
          <a:xfrm>
            <a:off x="676275" y="2133600"/>
            <a:ext cx="504825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Объявления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и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материалы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группы</a:t>
            </a:r>
            <a:endParaRPr sz="157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Подготовка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занятию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и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отсутствующих</a:t>
            </a:r>
            <a:endParaRPr sz="157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Обсуждение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в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пространстве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пары</a:t>
            </a:r>
            <a:endParaRPr sz="1575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Отметка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посещаемости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в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том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числе</a:t>
            </a:r>
            <a:r>
              <a:rPr sz="1575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QR в MVP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noGrp="1"/>
          </p:cNvSpPr>
          <p:nvPr/>
        </p:nvSpPr>
        <p:spPr>
          <a:xfrm>
            <a:off x="6286500" y="15811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4A7A0A-46FC-4050-A559-9FD7409FFD11}"/>
              </a:ext>
            </a:extLst>
          </p:cNvPr>
          <p:cNvSpPr>
            <a:spLocks noGrp="1"/>
          </p:cNvSpPr>
          <p:nvPr/>
        </p:nvSpPr>
        <p:spPr>
          <a:xfrm>
            <a:off x="6286500" y="1990725"/>
            <a:ext cx="5143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Структура вуза, группы и пользователи</a:t>
            </a: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Назначение ролей и доступов</a:t>
            </a: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Загрузка и синхронизация расписания</a:t>
            </a:r>
          </a:p>
          <a:p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Управление изменениями расписания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noGrp="1"/>
          </p:cNvSpPr>
          <p:nvPr/>
        </p:nvSpPr>
        <p:spPr>
          <a:xfrm>
            <a:off x="533400" y="5153025"/>
            <a:ext cx="4000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noGrp="1"/>
          </p:cNvSpPr>
          <p:nvPr/>
        </p:nvSpPr>
        <p:spPr>
          <a:xfrm>
            <a:off x="7524750" y="5153025"/>
            <a:ext cx="3905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282CE9F-A258-40BF-A83B-6BA2FFFB3C02}"/>
              </a:ext>
            </a:extLst>
          </p:cNvPr>
          <p:cNvSpPr>
            <a:spLocks noGrp="1"/>
          </p:cNvSpPr>
          <p:nvPr/>
        </p:nvSpPr>
        <p:spPr>
          <a:xfrm>
            <a:off x="533400" y="1905000"/>
            <a:ext cx="5048250" cy="3190875"/>
          </a:xfrm>
          <a:prstGeom prst="roundRect">
            <a:avLst>
              <a:gd name="adj" fmla="val 3582"/>
            </a:avLst>
          </a:prstGeom>
          <a:noFill/>
          <a:ln w="9525">
            <a:solidFill>
              <a:srgbClr val="294660"/>
            </a:solidFill>
          </a:ln>
        </p:spPr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A34179B-CB43-41FD-97BC-E3BE8EDC6775}"/>
              </a:ext>
            </a:extLst>
          </p:cNvPr>
          <p:cNvSpPr>
            <a:spLocks noGrp="1"/>
          </p:cNvSpPr>
          <p:nvPr/>
        </p:nvSpPr>
        <p:spPr>
          <a:xfrm>
            <a:off x="6286500" y="1905000"/>
            <a:ext cx="5143500" cy="3190875"/>
          </a:xfrm>
          <a:prstGeom prst="roundRect">
            <a:avLst>
              <a:gd name="adj" fmla="val 3582"/>
            </a:avLst>
          </a:prstGeom>
          <a:noFill/>
          <a:ln w="9525">
            <a:solidFill>
              <a:srgbClr val="294660"/>
            </a:solidFill>
          </a:ln>
        </p:spPr>
      </p:sp>
    </p:spTree>
    <p:extLst>
      <p:ext uri="{BB962C8B-B14F-4D97-AF65-F5344CB8AC3E}">
        <p14:creationId xmlns:p14="http://schemas.microsoft.com/office/powerpoint/2010/main" val="47659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0B4A3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noGrp="1"/>
          </p:cNvSpPr>
          <p:nvPr/>
        </p:nvSpPr>
        <p:spPr>
          <a:xfrm>
            <a:off x="11163300" y="3810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1109662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noGrp="1"/>
          </p:cNvSpPr>
          <p:nvPr/>
        </p:nvSpPr>
        <p:spPr>
          <a:xfrm>
            <a:off x="533400" y="2371725"/>
            <a:ext cx="2533650" cy="2362200"/>
          </a:xfrm>
          <a:prstGeom prst="roundRect">
            <a:avLst>
              <a:gd name="adj" fmla="val 5645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19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213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21336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noGrp="1"/>
          </p:cNvSpPr>
          <p:nvPr/>
        </p:nvSpPr>
        <p:spPr>
          <a:xfrm>
            <a:off x="3314700" y="2371725"/>
            <a:ext cx="2533650" cy="2362200"/>
          </a:xfrm>
          <a:prstGeom prst="roundRect">
            <a:avLst>
              <a:gd name="adj" fmla="val 5645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noGrp="1"/>
          </p:cNvSpPr>
          <p:nvPr/>
        </p:nvSpPr>
        <p:spPr>
          <a:xfrm>
            <a:off x="3505200" y="2533650"/>
            <a:ext cx="419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noGrp="1"/>
          </p:cNvSpPr>
          <p:nvPr/>
        </p:nvSpPr>
        <p:spPr>
          <a:xfrm>
            <a:off x="3505200" y="3009900"/>
            <a:ext cx="213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noGrp="1"/>
          </p:cNvSpPr>
          <p:nvPr/>
        </p:nvSpPr>
        <p:spPr>
          <a:xfrm>
            <a:off x="3505200" y="3543300"/>
            <a:ext cx="21336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noGrp="1"/>
          </p:cNvSpPr>
          <p:nvPr/>
        </p:nvSpPr>
        <p:spPr>
          <a:xfrm>
            <a:off x="6096000" y="2371725"/>
            <a:ext cx="2533650" cy="2362200"/>
          </a:xfrm>
          <a:prstGeom prst="roundRect">
            <a:avLst>
              <a:gd name="adj" fmla="val 5645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419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noGrp="1"/>
          </p:cNvSpPr>
          <p:nvPr/>
        </p:nvSpPr>
        <p:spPr>
          <a:xfrm>
            <a:off x="6286500" y="3009900"/>
            <a:ext cx="213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noGrp="1"/>
          </p:cNvSpPr>
          <p:nvPr/>
        </p:nvSpPr>
        <p:spPr>
          <a:xfrm>
            <a:off x="6286500" y="3543300"/>
            <a:ext cx="21336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noGrp="1"/>
          </p:cNvSpPr>
          <p:nvPr/>
        </p:nvSpPr>
        <p:spPr>
          <a:xfrm>
            <a:off x="8877300" y="2371725"/>
            <a:ext cx="2533650" cy="2362200"/>
          </a:xfrm>
          <a:prstGeom prst="roundRect">
            <a:avLst>
              <a:gd name="adj" fmla="val 5645"/>
            </a:avLst>
          </a:prstGeom>
          <a:solidFill>
            <a:srgbClr val="1B344D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noGrp="1"/>
          </p:cNvSpPr>
          <p:nvPr/>
        </p:nvSpPr>
        <p:spPr>
          <a:xfrm>
            <a:off x="9067800" y="2533650"/>
            <a:ext cx="419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noGrp="1"/>
          </p:cNvSpPr>
          <p:nvPr/>
        </p:nvSpPr>
        <p:spPr>
          <a:xfrm>
            <a:off x="9067800" y="3009900"/>
            <a:ext cx="2133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noGrp="1"/>
          </p:cNvSpPr>
          <p:nvPr/>
        </p:nvSpPr>
        <p:spPr>
          <a:xfrm>
            <a:off x="9067800" y="3543300"/>
            <a:ext cx="21336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noGrp="1"/>
          </p:cNvSpPr>
          <p:nvPr/>
        </p:nvSpPr>
        <p:spPr>
          <a:xfrm>
            <a:off x="533400" y="5219700"/>
            <a:ext cx="10810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noGrp="1"/>
          </p:cNvSpPr>
          <p:nvPr/>
        </p:nvSpPr>
        <p:spPr>
          <a:xfrm>
            <a:off x="533400" y="5962650"/>
            <a:ext cx="10810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6191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9525" cy="32861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noGrp="1"/>
          </p:cNvSpPr>
          <p:nvPr/>
        </p:nvSpPr>
        <p:spPr>
          <a:xfrm>
            <a:off x="8001000" y="1809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noGrp="1"/>
          </p:cNvSpPr>
          <p:nvPr/>
        </p:nvSpPr>
        <p:spPr>
          <a:xfrm>
            <a:off x="8001000" y="2305050"/>
            <a:ext cx="3143250" cy="1628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0458450" cy="1057275"/>
          </a:xfrm>
          <a:prstGeom prst="roundRect">
            <a:avLst>
              <a:gd name="adj" fmla="val 14414"/>
            </a:avLst>
          </a:prstGeom>
          <a:solidFill>
            <a:srgbClr val="DDF4E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noGrp="1"/>
          </p:cNvSpPr>
          <p:nvPr/>
        </p:nvSpPr>
        <p:spPr>
          <a:xfrm>
            <a:off x="952500" y="471487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noGrp="1"/>
          </p:cNvSpPr>
          <p:nvPr/>
        </p:nvSpPr>
        <p:spPr>
          <a:xfrm>
            <a:off x="952500" y="5057775"/>
            <a:ext cx="971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1809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noGrp="1"/>
          </p:cNvSpPr>
          <p:nvPr/>
        </p:nvSpPr>
        <p:spPr>
          <a:xfrm>
            <a:off x="2876550" y="1866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noGrp="1"/>
          </p:cNvSpPr>
          <p:nvPr/>
        </p:nvSpPr>
        <p:spPr>
          <a:xfrm>
            <a:off x="2876550" y="2343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noGrp="1"/>
          </p:cNvSpPr>
          <p:nvPr/>
        </p:nvSpPr>
        <p:spPr>
          <a:xfrm>
            <a:off x="2876550" y="2895600"/>
            <a:ext cx="1809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noGrp="1"/>
          </p:cNvSpPr>
          <p:nvPr/>
        </p:nvSpPr>
        <p:spPr>
          <a:xfrm>
            <a:off x="5067300" y="1866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noGrp="1"/>
          </p:cNvSpPr>
          <p:nvPr/>
        </p:nvSpPr>
        <p:spPr>
          <a:xfrm>
            <a:off x="5067300" y="2343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noGrp="1"/>
          </p:cNvSpPr>
          <p:nvPr/>
        </p:nvSpPr>
        <p:spPr>
          <a:xfrm>
            <a:off x="5067300" y="2895600"/>
            <a:ext cx="1809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noGrp="1"/>
          </p:cNvSpPr>
          <p:nvPr/>
        </p:nvSpPr>
        <p:spPr>
          <a:xfrm>
            <a:off x="7258050" y="1866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noGrp="1"/>
          </p:cNvSpPr>
          <p:nvPr/>
        </p:nvSpPr>
        <p:spPr>
          <a:xfrm>
            <a:off x="7258050" y="2343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noGrp="1"/>
          </p:cNvSpPr>
          <p:nvPr/>
        </p:nvSpPr>
        <p:spPr>
          <a:xfrm>
            <a:off x="7258050" y="2895600"/>
            <a:ext cx="1809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noGrp="1"/>
          </p:cNvSpPr>
          <p:nvPr/>
        </p:nvSpPr>
        <p:spPr>
          <a:xfrm>
            <a:off x="9448800" y="1866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noGrp="1"/>
          </p:cNvSpPr>
          <p:nvPr/>
        </p:nvSpPr>
        <p:spPr>
          <a:xfrm>
            <a:off x="9448800" y="2343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809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noGrp="1"/>
          </p:cNvSpPr>
          <p:nvPr/>
        </p:nvSpPr>
        <p:spPr>
          <a:xfrm>
            <a:off x="2590800" y="219075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noGrp="1"/>
          </p:cNvSpPr>
          <p:nvPr/>
        </p:nvSpPr>
        <p:spPr>
          <a:xfrm>
            <a:off x="4781550" y="219075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noGrp="1"/>
          </p:cNvSpPr>
          <p:nvPr/>
        </p:nvSpPr>
        <p:spPr>
          <a:xfrm>
            <a:off x="6972300" y="219075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noGrp="1"/>
          </p:cNvSpPr>
          <p:nvPr/>
        </p:nvSpPr>
        <p:spPr>
          <a:xfrm>
            <a:off x="9163050" y="2190750"/>
            <a:ext cx="247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458450" cy="866775"/>
          </a:xfrm>
          <a:prstGeom prst="roundRect">
            <a:avLst>
              <a:gd name="adj" fmla="val 13187"/>
            </a:avLst>
          </a:prstGeom>
          <a:solidFill>
            <a:srgbClr val="10283D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9763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447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noGrp="1"/>
          </p:cNvSpPr>
          <p:nvPr/>
        </p:nvSpPr>
        <p:spPr>
          <a:xfrm>
            <a:off x="6000750" y="1685925"/>
            <a:ext cx="5095875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noGrp="1"/>
          </p:cNvSpPr>
          <p:nvPr/>
        </p:nvSpPr>
        <p:spPr>
          <a:xfrm>
            <a:off x="6000750" y="1800225"/>
            <a:ext cx="1952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noGrp="1"/>
          </p:cNvSpPr>
          <p:nvPr/>
        </p:nvSpPr>
        <p:spPr>
          <a:xfrm>
            <a:off x="8058150" y="17716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noGrp="1"/>
          </p:cNvSpPr>
          <p:nvPr/>
        </p:nvSpPr>
        <p:spPr>
          <a:xfrm>
            <a:off x="6000750" y="2762250"/>
            <a:ext cx="5095875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noGrp="1"/>
          </p:cNvSpPr>
          <p:nvPr/>
        </p:nvSpPr>
        <p:spPr>
          <a:xfrm>
            <a:off x="6000750" y="2876550"/>
            <a:ext cx="1952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noGrp="1"/>
          </p:cNvSpPr>
          <p:nvPr/>
        </p:nvSpPr>
        <p:spPr>
          <a:xfrm>
            <a:off x="8058150" y="2847975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noGrp="1"/>
          </p:cNvSpPr>
          <p:nvPr/>
        </p:nvSpPr>
        <p:spPr>
          <a:xfrm>
            <a:off x="6000750" y="3838575"/>
            <a:ext cx="5095875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noGrp="1"/>
          </p:cNvSpPr>
          <p:nvPr/>
        </p:nvSpPr>
        <p:spPr>
          <a:xfrm>
            <a:off x="6000750" y="3952875"/>
            <a:ext cx="1952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noGrp="1"/>
          </p:cNvSpPr>
          <p:nvPr/>
        </p:nvSpPr>
        <p:spPr>
          <a:xfrm>
            <a:off x="8058150" y="392430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noGrp="1"/>
          </p:cNvSpPr>
          <p:nvPr/>
        </p:nvSpPr>
        <p:spPr>
          <a:xfrm>
            <a:off x="6000750" y="4914900"/>
            <a:ext cx="5095875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noGrp="1"/>
          </p:cNvSpPr>
          <p:nvPr/>
        </p:nvSpPr>
        <p:spPr>
          <a:xfrm>
            <a:off x="6000750" y="5029200"/>
            <a:ext cx="1952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noGrp="1"/>
          </p:cNvSpPr>
          <p:nvPr/>
        </p:nvSpPr>
        <p:spPr>
          <a:xfrm>
            <a:off x="8058150" y="5000625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2143125" cy="28575"/>
          </a:xfrm>
          <a:prstGeom prst="rect">
            <a:avLst/>
          </a:prstGeom>
          <a:solidFill>
            <a:srgbClr val="10283D"/>
          </a:solidFill>
          <a:ln w="0">
            <a:noFill/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noGrp="1"/>
          </p:cNvSpPr>
          <p:nvPr/>
        </p:nvSpPr>
        <p:spPr>
          <a:xfrm>
            <a:off x="685800" y="24860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noGrp="1"/>
          </p:cNvSpPr>
          <p:nvPr/>
        </p:nvSpPr>
        <p:spPr>
          <a:xfrm>
            <a:off x="685800" y="3114675"/>
            <a:ext cx="2143125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noGrp="1"/>
          </p:cNvSpPr>
          <p:nvPr/>
        </p:nvSpPr>
        <p:spPr>
          <a:xfrm>
            <a:off x="3314700" y="18859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noGrp="1"/>
          </p:cNvSpPr>
          <p:nvPr/>
        </p:nvSpPr>
        <p:spPr>
          <a:xfrm>
            <a:off x="3314700" y="2276475"/>
            <a:ext cx="2143125" cy="28575"/>
          </a:xfrm>
          <a:prstGeom prst="rect">
            <a:avLst/>
          </a:prstGeom>
          <a:solidFill>
            <a:srgbClr val="10283D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noGrp="1"/>
          </p:cNvSpPr>
          <p:nvPr/>
        </p:nvSpPr>
        <p:spPr>
          <a:xfrm>
            <a:off x="3314700" y="24860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noGrp="1"/>
          </p:cNvSpPr>
          <p:nvPr/>
        </p:nvSpPr>
        <p:spPr>
          <a:xfrm>
            <a:off x="3314700" y="3114675"/>
            <a:ext cx="2143125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noGrp="1"/>
          </p:cNvSpPr>
          <p:nvPr/>
        </p:nvSpPr>
        <p:spPr>
          <a:xfrm>
            <a:off x="5943600" y="18859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noGrp="1"/>
          </p:cNvSpPr>
          <p:nvPr/>
        </p:nvSpPr>
        <p:spPr>
          <a:xfrm>
            <a:off x="5943600" y="2276475"/>
            <a:ext cx="2143125" cy="28575"/>
          </a:xfrm>
          <a:prstGeom prst="rect">
            <a:avLst/>
          </a:prstGeom>
          <a:solidFill>
            <a:srgbClr val="10283D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noGrp="1"/>
          </p:cNvSpPr>
          <p:nvPr/>
        </p:nvSpPr>
        <p:spPr>
          <a:xfrm>
            <a:off x="5943600" y="24860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noGrp="1"/>
          </p:cNvSpPr>
          <p:nvPr/>
        </p:nvSpPr>
        <p:spPr>
          <a:xfrm>
            <a:off x="5943600" y="3114675"/>
            <a:ext cx="2143125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noGrp="1"/>
          </p:cNvSpPr>
          <p:nvPr/>
        </p:nvSpPr>
        <p:spPr>
          <a:xfrm>
            <a:off x="8572500" y="18859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noGrp="1"/>
          </p:cNvSpPr>
          <p:nvPr/>
        </p:nvSpPr>
        <p:spPr>
          <a:xfrm>
            <a:off x="8572500" y="2276475"/>
            <a:ext cx="2143125" cy="28575"/>
          </a:xfrm>
          <a:prstGeom prst="rect">
            <a:avLst/>
          </a:prstGeom>
          <a:solidFill>
            <a:srgbClr val="10283D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noGrp="1"/>
          </p:cNvSpPr>
          <p:nvPr/>
        </p:nvSpPr>
        <p:spPr>
          <a:xfrm>
            <a:off x="8572500" y="248602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noGrp="1"/>
          </p:cNvSpPr>
          <p:nvPr/>
        </p:nvSpPr>
        <p:spPr>
          <a:xfrm>
            <a:off x="8572500" y="3114675"/>
            <a:ext cx="2143125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429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381250" cy="1047750"/>
          </a:xfrm>
          <a:prstGeom prst="roundRect">
            <a:avLst>
              <a:gd name="adj" fmla="val 10909"/>
            </a:avLst>
          </a:prstGeom>
          <a:solidFill>
            <a:srgbClr val="10283D"/>
          </a:solidFill>
          <a:ln w="9525">
            <a:solidFill>
              <a:srgbClr val="D6DFE3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noGrp="1"/>
          </p:cNvSpPr>
          <p:nvPr/>
        </p:nvSpPr>
        <p:spPr>
          <a:xfrm>
            <a:off x="876300" y="22764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000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noGrp="1"/>
          </p:cNvSpPr>
          <p:nvPr/>
        </p:nvSpPr>
        <p:spPr>
          <a:xfrm>
            <a:off x="3114675" y="2428875"/>
            <a:ext cx="314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noGrp="1"/>
          </p:cNvSpPr>
          <p:nvPr/>
        </p:nvSpPr>
        <p:spPr>
          <a:xfrm>
            <a:off x="3467100" y="2114550"/>
            <a:ext cx="2381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FE3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noGrp="1"/>
          </p:cNvSpPr>
          <p:nvPr/>
        </p:nvSpPr>
        <p:spPr>
          <a:xfrm>
            <a:off x="3657600" y="22764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noGrp="1"/>
          </p:cNvSpPr>
          <p:nvPr/>
        </p:nvSpPr>
        <p:spPr>
          <a:xfrm>
            <a:off x="3657600" y="2590800"/>
            <a:ext cx="2000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noGrp="1"/>
          </p:cNvSpPr>
          <p:nvPr/>
        </p:nvSpPr>
        <p:spPr>
          <a:xfrm>
            <a:off x="5895975" y="2428875"/>
            <a:ext cx="314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noGrp="1"/>
          </p:cNvSpPr>
          <p:nvPr/>
        </p:nvSpPr>
        <p:spPr>
          <a:xfrm>
            <a:off x="6248400" y="2114550"/>
            <a:ext cx="2381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FE3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noGrp="1"/>
          </p:cNvSpPr>
          <p:nvPr/>
        </p:nvSpPr>
        <p:spPr>
          <a:xfrm>
            <a:off x="6438900" y="22764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noGrp="1"/>
          </p:cNvSpPr>
          <p:nvPr/>
        </p:nvSpPr>
        <p:spPr>
          <a:xfrm>
            <a:off x="6438900" y="2590800"/>
            <a:ext cx="2000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noGrp="1"/>
          </p:cNvSpPr>
          <p:nvPr/>
        </p:nvSpPr>
        <p:spPr>
          <a:xfrm>
            <a:off x="8677275" y="2428875"/>
            <a:ext cx="314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noGrp="1"/>
          </p:cNvSpPr>
          <p:nvPr/>
        </p:nvSpPr>
        <p:spPr>
          <a:xfrm>
            <a:off x="9029700" y="2114550"/>
            <a:ext cx="2381250" cy="1047750"/>
          </a:xfrm>
          <a:prstGeom prst="roundRect">
            <a:avLst>
              <a:gd name="adj" fmla="val 10909"/>
            </a:avLst>
          </a:prstGeom>
          <a:solidFill>
            <a:srgbClr val="DDF4EF"/>
          </a:solidFill>
          <a:ln w="9525">
            <a:solidFill>
              <a:srgbClr val="D6DFE3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noGrp="1"/>
          </p:cNvSpPr>
          <p:nvPr/>
        </p:nvSpPr>
        <p:spPr>
          <a:xfrm>
            <a:off x="9220200" y="22764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noGrp="1"/>
          </p:cNvSpPr>
          <p:nvPr/>
        </p:nvSpPr>
        <p:spPr>
          <a:xfrm>
            <a:off x="9220200" y="2590800"/>
            <a:ext cx="2000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noGrp="1"/>
          </p:cNvSpPr>
          <p:nvPr/>
        </p:nvSpPr>
        <p:spPr>
          <a:xfrm>
            <a:off x="685800" y="381952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02870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528637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noGrp="1"/>
          </p:cNvSpPr>
          <p:nvPr/>
        </p:nvSpPr>
        <p:spPr>
          <a:xfrm>
            <a:off x="685800" y="3781425"/>
            <a:ext cx="523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noGrp="1"/>
          </p:cNvSpPr>
          <p:nvPr/>
        </p:nvSpPr>
        <p:spPr>
          <a:xfrm>
            <a:off x="6667500" y="1743075"/>
            <a:ext cx="9525" cy="3409950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noGrp="1"/>
          </p:cNvSpPr>
          <p:nvPr/>
        </p:nvSpPr>
        <p:spPr>
          <a:xfrm>
            <a:off x="7086600" y="1695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noGrp="1"/>
          </p:cNvSpPr>
          <p:nvPr/>
        </p:nvSpPr>
        <p:spPr>
          <a:xfrm>
            <a:off x="7562850" y="1695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noGrp="1"/>
          </p:cNvSpPr>
          <p:nvPr/>
        </p:nvSpPr>
        <p:spPr>
          <a:xfrm>
            <a:off x="9467850" y="1695450"/>
            <a:ext cx="1952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noGrp="1"/>
          </p:cNvSpPr>
          <p:nvPr/>
        </p:nvSpPr>
        <p:spPr>
          <a:xfrm>
            <a:off x="7086600" y="25622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noGrp="1"/>
          </p:cNvSpPr>
          <p:nvPr/>
        </p:nvSpPr>
        <p:spPr>
          <a:xfrm>
            <a:off x="7562850" y="25622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noGrp="1"/>
          </p:cNvSpPr>
          <p:nvPr/>
        </p:nvSpPr>
        <p:spPr>
          <a:xfrm>
            <a:off x="9467850" y="2562225"/>
            <a:ext cx="1952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noGrp="1"/>
          </p:cNvSpPr>
          <p:nvPr/>
        </p:nvSpPr>
        <p:spPr>
          <a:xfrm>
            <a:off x="7086600" y="3429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noGrp="1"/>
          </p:cNvSpPr>
          <p:nvPr/>
        </p:nvSpPr>
        <p:spPr>
          <a:xfrm>
            <a:off x="7562850" y="34290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noGrp="1"/>
          </p:cNvSpPr>
          <p:nvPr/>
        </p:nvSpPr>
        <p:spPr>
          <a:xfrm>
            <a:off x="9467850" y="3429000"/>
            <a:ext cx="1952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noGrp="1"/>
          </p:cNvSpPr>
          <p:nvPr/>
        </p:nvSpPr>
        <p:spPr>
          <a:xfrm>
            <a:off x="7086600" y="429577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noGrp="1"/>
          </p:cNvSpPr>
          <p:nvPr/>
        </p:nvSpPr>
        <p:spPr>
          <a:xfrm>
            <a:off x="7562850" y="42957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noGrp="1"/>
          </p:cNvSpPr>
          <p:nvPr/>
        </p:nvSpPr>
        <p:spPr>
          <a:xfrm>
            <a:off x="9467850" y="4295775"/>
            <a:ext cx="19526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4381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191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noGrp="1"/>
          </p:cNvSpPr>
          <p:nvPr/>
        </p:nvSpPr>
        <p:spPr>
          <a:xfrm>
            <a:off x="5657850" y="1762125"/>
            <a:ext cx="9525" cy="3429000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noGrp="1"/>
          </p:cNvSpPr>
          <p:nvPr/>
        </p:nvSpPr>
        <p:spPr>
          <a:xfrm>
            <a:off x="6143625" y="179070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noGrp="1"/>
          </p:cNvSpPr>
          <p:nvPr/>
        </p:nvSpPr>
        <p:spPr>
          <a:xfrm>
            <a:off x="6143625" y="2209800"/>
            <a:ext cx="4714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noGrp="1"/>
          </p:cNvSpPr>
          <p:nvPr/>
        </p:nvSpPr>
        <p:spPr>
          <a:xfrm>
            <a:off x="6143625" y="3067050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noGrp="1"/>
          </p:cNvSpPr>
          <p:nvPr/>
        </p:nvSpPr>
        <p:spPr>
          <a:xfrm>
            <a:off x="6143625" y="3486150"/>
            <a:ext cx="4714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10458450" cy="695325"/>
          </a:xfrm>
          <a:prstGeom prst="roundRect">
            <a:avLst>
              <a:gd name="adj" fmla="val 16438"/>
            </a:avLst>
          </a:prstGeom>
          <a:solidFill>
            <a:srgbClr val="DDF4EF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noGrp="1"/>
          </p:cNvSpPr>
          <p:nvPr/>
        </p:nvSpPr>
        <p:spPr>
          <a:xfrm>
            <a:off x="904875" y="4953000"/>
            <a:ext cx="1000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noGrp="1"/>
          </p:cNvSpPr>
          <p:nvPr/>
        </p:nvSpPr>
        <p:spPr>
          <a:xfrm>
            <a:off x="3219450" y="171450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1038225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noGrp="1"/>
          </p:cNvSpPr>
          <p:nvPr/>
        </p:nvSpPr>
        <p:spPr>
          <a:xfrm>
            <a:off x="3219450" y="2695575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38225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noGrp="1"/>
          </p:cNvSpPr>
          <p:nvPr/>
        </p:nvSpPr>
        <p:spPr>
          <a:xfrm>
            <a:off x="3219450" y="3676650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noGrp="1"/>
          </p:cNvSpPr>
          <p:nvPr/>
        </p:nvSpPr>
        <p:spPr>
          <a:xfrm>
            <a:off x="685800" y="4276725"/>
            <a:ext cx="1038225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noGrp="1"/>
          </p:cNvSpPr>
          <p:nvPr/>
        </p:nvSpPr>
        <p:spPr>
          <a:xfrm>
            <a:off x="685800" y="4657725"/>
            <a:ext cx="2333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noGrp="1"/>
          </p:cNvSpPr>
          <p:nvPr/>
        </p:nvSpPr>
        <p:spPr>
          <a:xfrm>
            <a:off x="3219450" y="4657725"/>
            <a:ext cx="781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38225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noGrp="1"/>
          </p:cNvSpPr>
          <p:nvPr/>
        </p:nvSpPr>
        <p:spPr>
          <a:xfrm>
            <a:off x="2095500" y="5686425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1066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noGrp="1"/>
          </p:cNvSpPr>
          <p:nvPr/>
        </p:nvSpPr>
        <p:spPr>
          <a:xfrm>
            <a:off x="3286125" y="1704975"/>
            <a:ext cx="77152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02870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noGrp="1"/>
          </p:cNvSpPr>
          <p:nvPr/>
        </p:nvSpPr>
        <p:spPr>
          <a:xfrm>
            <a:off x="3286125" y="2876550"/>
            <a:ext cx="77152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noGrp="1"/>
          </p:cNvSpPr>
          <p:nvPr/>
        </p:nvSpPr>
        <p:spPr>
          <a:xfrm>
            <a:off x="685800" y="3743325"/>
            <a:ext cx="102870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noGrp="1"/>
          </p:cNvSpPr>
          <p:nvPr/>
        </p:nvSpPr>
        <p:spPr>
          <a:xfrm>
            <a:off x="3286125" y="4048125"/>
            <a:ext cx="7715250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287000" cy="9525"/>
          </a:xfrm>
          <a:prstGeom prst="rect">
            <a:avLst/>
          </a:prstGeom>
          <a:solidFill>
            <a:srgbClr val="D6DFE3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noGrp="1"/>
          </p:cNvSpPr>
          <p:nvPr/>
        </p:nvSpPr>
        <p:spPr>
          <a:xfrm>
            <a:off x="685800" y="5543550"/>
            <a:ext cx="1038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2B8A7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8096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noGrp="1"/>
          </p:cNvSpPr>
          <p:nvPr/>
        </p:nvSpPr>
        <p:spPr>
          <a:xfrm>
            <a:off x="1238250" y="19240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noGrp="1"/>
          </p:cNvSpPr>
          <p:nvPr/>
        </p:nvSpPr>
        <p:spPr>
          <a:xfrm>
            <a:off x="647700" y="26098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noGrp="1"/>
          </p:cNvSpPr>
          <p:nvPr/>
        </p:nvSpPr>
        <p:spPr>
          <a:xfrm>
            <a:off x="1238250" y="26098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noGrp="1"/>
          </p:cNvSpPr>
          <p:nvPr/>
        </p:nvSpPr>
        <p:spPr>
          <a:xfrm>
            <a:off x="1238250" y="31623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noGrp="1"/>
          </p:cNvSpPr>
          <p:nvPr/>
        </p:nvSpPr>
        <p:spPr>
          <a:xfrm>
            <a:off x="647700" y="3295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noGrp="1"/>
          </p:cNvSpPr>
          <p:nvPr/>
        </p:nvSpPr>
        <p:spPr>
          <a:xfrm>
            <a:off x="1238250" y="32956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noGrp="1"/>
          </p:cNvSpPr>
          <p:nvPr/>
        </p:nvSpPr>
        <p:spPr>
          <a:xfrm>
            <a:off x="1238250" y="38481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noGrp="1"/>
          </p:cNvSpPr>
          <p:nvPr/>
        </p:nvSpPr>
        <p:spPr>
          <a:xfrm>
            <a:off x="647700" y="39814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noGrp="1"/>
          </p:cNvSpPr>
          <p:nvPr/>
        </p:nvSpPr>
        <p:spPr>
          <a:xfrm>
            <a:off x="1238250" y="39814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noGrp="1"/>
          </p:cNvSpPr>
          <p:nvPr/>
        </p:nvSpPr>
        <p:spPr>
          <a:xfrm>
            <a:off x="1238250" y="45339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noGrp="1"/>
          </p:cNvSpPr>
          <p:nvPr/>
        </p:nvSpPr>
        <p:spPr>
          <a:xfrm>
            <a:off x="1238250" y="46672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noGrp="1"/>
          </p:cNvSpPr>
          <p:nvPr/>
        </p:nvSpPr>
        <p:spPr>
          <a:xfrm>
            <a:off x="1238250" y="52197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noGrp="1"/>
          </p:cNvSpPr>
          <p:nvPr/>
        </p:nvSpPr>
        <p:spPr>
          <a:xfrm>
            <a:off x="647700" y="53530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noGrp="1"/>
          </p:cNvSpPr>
          <p:nvPr/>
        </p:nvSpPr>
        <p:spPr>
          <a:xfrm>
            <a:off x="1238250" y="5353050"/>
            <a:ext cx="981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noGrp="1"/>
          </p:cNvSpPr>
          <p:nvPr/>
        </p:nvSpPr>
        <p:spPr>
          <a:xfrm>
            <a:off x="1238250" y="5905500"/>
            <a:ext cx="9810750" cy="9525"/>
          </a:xfrm>
          <a:prstGeom prst="rect">
            <a:avLst/>
          </a:prstGeom>
          <a:solidFill>
            <a:srgbClr val="375267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0B4A3"/>
          </a:solidFill>
          <a:ln w="0">
            <a:noFill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6858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noGrp="1"/>
          </p:cNvSpPr>
          <p:nvPr/>
        </p:nvSpPr>
        <p:spPr>
          <a:xfrm>
            <a:off x="571500" y="819150"/>
            <a:ext cx="9525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noGrp="1"/>
          </p:cNvSpPr>
          <p:nvPr/>
        </p:nvSpPr>
        <p:spPr>
          <a:xfrm>
            <a:off x="571500" y="14954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noGrp="1"/>
          </p:cNvSpPr>
          <p:nvPr/>
        </p:nvSpPr>
        <p:spPr>
          <a:xfrm>
            <a:off x="571500" y="2124075"/>
            <a:ext cx="1104900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809750" cy="438150"/>
          </a:xfrm>
          <a:prstGeom prst="roundRect">
            <a:avLst>
              <a:gd name="adj" fmla="val 26087"/>
            </a:avLst>
          </a:prstGeom>
          <a:solidFill>
            <a:srgbClr val="DCEBFF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noGrp="1"/>
          </p:cNvSpPr>
          <p:nvPr/>
        </p:nvSpPr>
        <p:spPr>
          <a:xfrm>
            <a:off x="2800350" y="2200275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noGrp="1"/>
          </p:cNvSpPr>
          <p:nvPr/>
        </p:nvSpPr>
        <p:spPr>
          <a:xfrm>
            <a:off x="2800350" y="2381250"/>
            <a:ext cx="4057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noGrp="1"/>
          </p:cNvSpPr>
          <p:nvPr/>
        </p:nvSpPr>
        <p:spPr>
          <a:xfrm>
            <a:off x="7124700" y="2200275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noGrp="1"/>
          </p:cNvSpPr>
          <p:nvPr/>
        </p:nvSpPr>
        <p:spPr>
          <a:xfrm>
            <a:off x="7124700" y="2381250"/>
            <a:ext cx="4171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noGrp="1"/>
          </p:cNvSpPr>
          <p:nvPr/>
        </p:nvSpPr>
        <p:spPr>
          <a:xfrm>
            <a:off x="571500" y="2990850"/>
            <a:ext cx="1104900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809750" cy="438150"/>
          </a:xfrm>
          <a:prstGeom prst="roundRect">
            <a:avLst>
              <a:gd name="adj" fmla="val 26087"/>
            </a:avLst>
          </a:prstGeom>
          <a:solidFill>
            <a:srgbClr val="DDF7F0"/>
          </a:solidFill>
          <a:ln w="0">
            <a:noFill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noGrp="1"/>
          </p:cNvSpPr>
          <p:nvPr/>
        </p:nvSpPr>
        <p:spPr>
          <a:xfrm>
            <a:off x="800100" y="3152775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noGrp="1"/>
          </p:cNvSpPr>
          <p:nvPr/>
        </p:nvSpPr>
        <p:spPr>
          <a:xfrm>
            <a:off x="2800350" y="306705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noGrp="1"/>
          </p:cNvSpPr>
          <p:nvPr/>
        </p:nvSpPr>
        <p:spPr>
          <a:xfrm>
            <a:off x="2800350" y="3248025"/>
            <a:ext cx="4057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noGrp="1"/>
          </p:cNvSpPr>
          <p:nvPr/>
        </p:nvSpPr>
        <p:spPr>
          <a:xfrm>
            <a:off x="7124700" y="306705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noGrp="1"/>
          </p:cNvSpPr>
          <p:nvPr/>
        </p:nvSpPr>
        <p:spPr>
          <a:xfrm>
            <a:off x="7124700" y="3248025"/>
            <a:ext cx="4171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noGrp="1"/>
          </p:cNvSpPr>
          <p:nvPr/>
        </p:nvSpPr>
        <p:spPr>
          <a:xfrm>
            <a:off x="571500" y="3857625"/>
            <a:ext cx="1104900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noGrp="1"/>
          </p:cNvSpPr>
          <p:nvPr/>
        </p:nvSpPr>
        <p:spPr>
          <a:xfrm>
            <a:off x="723900" y="3990975"/>
            <a:ext cx="1809750" cy="438150"/>
          </a:xfrm>
          <a:prstGeom prst="roundRect">
            <a:avLst>
              <a:gd name="adj" fmla="val 26087"/>
            </a:avLst>
          </a:prstGeom>
          <a:solidFill>
            <a:srgbClr val="FFF0DD"/>
          </a:solidFill>
          <a:ln w="0">
            <a:noFill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noGrp="1"/>
          </p:cNvSpPr>
          <p:nvPr/>
        </p:nvSpPr>
        <p:spPr>
          <a:xfrm>
            <a:off x="2800350" y="3933825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noGrp="1"/>
          </p:cNvSpPr>
          <p:nvPr/>
        </p:nvSpPr>
        <p:spPr>
          <a:xfrm>
            <a:off x="2800350" y="4114800"/>
            <a:ext cx="4057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noGrp="1"/>
          </p:cNvSpPr>
          <p:nvPr/>
        </p:nvSpPr>
        <p:spPr>
          <a:xfrm>
            <a:off x="7124700" y="3933825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noGrp="1"/>
          </p:cNvSpPr>
          <p:nvPr/>
        </p:nvSpPr>
        <p:spPr>
          <a:xfrm>
            <a:off x="7124700" y="4114800"/>
            <a:ext cx="4171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noGrp="1"/>
          </p:cNvSpPr>
          <p:nvPr/>
        </p:nvSpPr>
        <p:spPr>
          <a:xfrm>
            <a:off x="571500" y="4724400"/>
            <a:ext cx="1104900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809750" cy="438150"/>
          </a:xfrm>
          <a:prstGeom prst="roundRect">
            <a:avLst>
              <a:gd name="adj" fmla="val 26087"/>
            </a:avLst>
          </a:prstGeom>
          <a:solidFill>
            <a:srgbClr val="EBE7FF"/>
          </a:solidFill>
          <a:ln w="0">
            <a:noFill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noGrp="1"/>
          </p:cNvSpPr>
          <p:nvPr/>
        </p:nvSpPr>
        <p:spPr>
          <a:xfrm>
            <a:off x="800100" y="4886325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noGrp="1"/>
          </p:cNvSpPr>
          <p:nvPr/>
        </p:nvSpPr>
        <p:spPr>
          <a:xfrm>
            <a:off x="2800350" y="48006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noGrp="1"/>
          </p:cNvSpPr>
          <p:nvPr/>
        </p:nvSpPr>
        <p:spPr>
          <a:xfrm>
            <a:off x="2800350" y="4981575"/>
            <a:ext cx="40576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noGrp="1"/>
          </p:cNvSpPr>
          <p:nvPr/>
        </p:nvSpPr>
        <p:spPr>
          <a:xfrm>
            <a:off x="7124700" y="48006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noGrp="1"/>
          </p:cNvSpPr>
          <p:nvPr/>
        </p:nvSpPr>
        <p:spPr>
          <a:xfrm>
            <a:off x="7124700" y="4981575"/>
            <a:ext cx="4171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noGrp="1"/>
          </p:cNvSpPr>
          <p:nvPr/>
        </p:nvSpPr>
        <p:spPr>
          <a:xfrm>
            <a:off x="571500" y="5734050"/>
            <a:ext cx="3676650" cy="523875"/>
          </a:xfrm>
          <a:prstGeom prst="roundRect">
            <a:avLst>
              <a:gd name="adj" fmla="val 30909"/>
            </a:avLst>
          </a:prstGeom>
          <a:solidFill>
            <a:srgbClr val="2768F5"/>
          </a:solidFill>
          <a:ln w="0">
            <a:noFill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noGrp="1"/>
          </p:cNvSpPr>
          <p:nvPr/>
        </p:nvSpPr>
        <p:spPr>
          <a:xfrm>
            <a:off x="723900" y="5791200"/>
            <a:ext cx="3371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r:id="rId3"/>
              </a:rPr>
              <a:t>Открыть MAX-бота  ↗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noGrp="1"/>
          </p:cNvSpPr>
          <p:nvPr/>
        </p:nvSpPr>
        <p:spPr>
          <a:xfrm>
            <a:off x="4552950" y="5819775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noGrp="1"/>
          </p:cNvSpPr>
          <p:nvPr/>
        </p:nvSpPr>
        <p:spPr>
          <a:xfrm>
            <a:off x="571500" y="6410325"/>
            <a:ext cx="10572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Microsoft Office PowerPoint</Application>
  <DocSecurity>0</DocSecurity>
  <PresentationFormat>Широкоэкранный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Dem</cp:lastModifiedBy>
  <cp:revision>1</cp:revision>
  <dcterms:created xsi:type="dcterms:W3CDTF">2026-09-29T14:25:11Z</dcterms:created>
  <dcterms:modified xsi:type="dcterms:W3CDTF">2026-09-29T14:29:28Z</dcterms:modified>
</cp:coreProperties>
</file>