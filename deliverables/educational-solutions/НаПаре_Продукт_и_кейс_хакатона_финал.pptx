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782f6165c4f72" /><Relationship Type="http://schemas.openxmlformats.org/officeDocument/2006/relationships/extended-properties" Target="/docProps/app.xml" Id="R809ef212aad0412e" /><Relationship Type="http://schemas.openxmlformats.org/officeDocument/2006/relationships/officeDocument" Target="/ppt/presentation.xml" Id="R140bfb0eb457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5b5f8e65941b7"/>
  </p:sldMasterIdLst>
  <p:notesMasterIdLst>
    <p:notesMasterId xmlns:r="http://schemas.openxmlformats.org/officeDocument/2006/relationships" r:id="Rbe2172e65cac4210"/>
  </p:notesMasterIdLst>
  <p:sldIdLst>
    <p:sldId xmlns:r="http://schemas.openxmlformats.org/officeDocument/2006/relationships" id="256" r:id="R4a9a90f3b0af4da2"/>
    <p:sldId xmlns:r="http://schemas.openxmlformats.org/officeDocument/2006/relationships" id="257" r:id="Rd28cc9d74b63414b"/>
    <p:sldId xmlns:r="http://schemas.openxmlformats.org/officeDocument/2006/relationships" id="258" r:id="R79a97ec7081d44f4"/>
    <p:sldId xmlns:r="http://schemas.openxmlformats.org/officeDocument/2006/relationships" id="259" r:id="R58963c462b6b4176"/>
    <p:sldId xmlns:r="http://schemas.openxmlformats.org/officeDocument/2006/relationships" id="260" r:id="R4b061002ba7b4f9a"/>
    <p:sldId xmlns:r="http://schemas.openxmlformats.org/officeDocument/2006/relationships" id="261" r:id="R40a1d5bddc784d34"/>
    <p:sldId xmlns:r="http://schemas.openxmlformats.org/officeDocument/2006/relationships" id="262" r:id="Rb4072123343941f5"/>
    <p:sldId xmlns:r="http://schemas.openxmlformats.org/officeDocument/2006/relationships" id="263" r:id="R1cf72560013b4d06"/>
    <p:sldId xmlns:r="http://schemas.openxmlformats.org/officeDocument/2006/relationships" id="264" r:id="Rce316fc290ec4419"/>
    <p:sldId xmlns:r="http://schemas.openxmlformats.org/officeDocument/2006/relationships" id="265" r:id="R0a7e51ce007443ed"/>
    <p:sldId xmlns:r="http://schemas.openxmlformats.org/officeDocument/2006/relationships" id="266" r:id="R30e711128bda4af0"/>
    <p:sldId xmlns:r="http://schemas.openxmlformats.org/officeDocument/2006/relationships" id="267" r:id="Rff30c508ff7f400f"/>
    <p:sldId xmlns:r="http://schemas.openxmlformats.org/officeDocument/2006/relationships" id="268" r:id="R19c36481cd72404b"/>
    <p:sldId xmlns:r="http://schemas.openxmlformats.org/officeDocument/2006/relationships" id="269" r:id="Rd709d4ae75714e05"/>
    <p:sldId xmlns:r="http://schemas.openxmlformats.org/officeDocument/2006/relationships" id="270" r:id="Rd5fc6f4d73664f0f"/>
    <p:sldId xmlns:r="http://schemas.openxmlformats.org/officeDocument/2006/relationships" id="271" r:id="R8d907b8f7ada48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0a8a1500d4a21" /><Relationship Type="http://schemas.openxmlformats.org/officeDocument/2006/relationships/slideMaster" Target="/ppt/slideMasters/slideMaster1.xml" Id="R6af5b5f8e65941b7" /><Relationship Type="http://schemas.openxmlformats.org/officeDocument/2006/relationships/notesMaster" Target="/ppt/notesMasters/notesMaster1.xml" Id="Rbe2172e65cac4210" /><Relationship Type="http://schemas.openxmlformats.org/officeDocument/2006/relationships/presProps" Target="/ppt/presProps.xml" Id="Rab1d82be7d144b00" /><Relationship Type="http://schemas.openxmlformats.org/officeDocument/2006/relationships/tableStyles" Target="/ppt/tableStyles.xml" Id="Rc5a599d6758f42cc" /><Relationship Type="http://schemas.openxmlformats.org/officeDocument/2006/relationships/slide" Target="/ppt/slides/slide1.xml" Id="R4a9a90f3b0af4da2" /><Relationship Type="http://schemas.openxmlformats.org/officeDocument/2006/relationships/slide" Target="/ppt/slides/slide2.xml" Id="Rd28cc9d74b63414b" /><Relationship Type="http://schemas.openxmlformats.org/officeDocument/2006/relationships/slide" Target="/ppt/slides/slide3.xml" Id="R79a97ec7081d44f4" /><Relationship Type="http://schemas.openxmlformats.org/officeDocument/2006/relationships/slide" Target="/ppt/slides/slide4.xml" Id="R58963c462b6b4176" /><Relationship Type="http://schemas.openxmlformats.org/officeDocument/2006/relationships/slide" Target="/ppt/slides/slide5.xml" Id="R4b061002ba7b4f9a" /><Relationship Type="http://schemas.openxmlformats.org/officeDocument/2006/relationships/slide" Target="/ppt/slides/slide6.xml" Id="R40a1d5bddc784d34" /><Relationship Type="http://schemas.openxmlformats.org/officeDocument/2006/relationships/slide" Target="/ppt/slides/slide7.xml" Id="Rb4072123343941f5" /><Relationship Type="http://schemas.openxmlformats.org/officeDocument/2006/relationships/slide" Target="/ppt/slides/slide8.xml" Id="R1cf72560013b4d06" /><Relationship Type="http://schemas.openxmlformats.org/officeDocument/2006/relationships/slide" Target="/ppt/slides/slide9.xml" Id="Rce316fc290ec4419" /><Relationship Type="http://schemas.openxmlformats.org/officeDocument/2006/relationships/slide" Target="/ppt/slides/slide10.xml" Id="R0a7e51ce007443ed" /><Relationship Type="http://schemas.openxmlformats.org/officeDocument/2006/relationships/slide" Target="/ppt/slides/slide11.xml" Id="R30e711128bda4af0" /><Relationship Type="http://schemas.openxmlformats.org/officeDocument/2006/relationships/slide" Target="/ppt/slides/slide12.xml" Id="Rff30c508ff7f400f" /><Relationship Type="http://schemas.openxmlformats.org/officeDocument/2006/relationships/slide" Target="/ppt/slides/slide13.xml" Id="R19c36481cd72404b" /><Relationship Type="http://schemas.openxmlformats.org/officeDocument/2006/relationships/slide" Target="/ppt/slides/slide14.xml" Id="Rd709d4ae75714e05" /><Relationship Type="http://schemas.openxmlformats.org/officeDocument/2006/relationships/slide" Target="/ppt/slides/slide15.xml" Id="Rd5fc6f4d73664f0f" /><Relationship Type="http://schemas.openxmlformats.org/officeDocument/2006/relationships/slide" Target="/ppt/slides/slide16.xml" Id="R8d907b8f7ada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0b209f7f4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3f6d2b4b64733" /><Relationship Type="http://schemas.openxmlformats.org/officeDocument/2006/relationships/notesMaster" Target="/ppt/notesMasters/notesMaster1.xml" Id="R77bfed6faf60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7dc3528a7c4ae0" /><Relationship Type="http://schemas.openxmlformats.org/officeDocument/2006/relationships/notesMaster" Target="/ppt/notesMasters/notesMaster1.xml" Id="Rdfadaa0adb35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54da57a5574740" /><Relationship Type="http://schemas.openxmlformats.org/officeDocument/2006/relationships/notesMaster" Target="/ppt/notesMasters/notesMaster1.xml" Id="Ref5a29c807a2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fad9032a64eb1" /><Relationship Type="http://schemas.openxmlformats.org/officeDocument/2006/relationships/notesMaster" Target="/ppt/notesMasters/notesMaster1.xml" Id="Rd51aba51b9ca4a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c43c6e52e146e9" /><Relationship Type="http://schemas.openxmlformats.org/officeDocument/2006/relationships/notesMaster" Target="/ppt/notesMasters/notesMaster1.xml" Id="R6bf0751746c5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5b5ea8a613449f" /><Relationship Type="http://schemas.openxmlformats.org/officeDocument/2006/relationships/notesMaster" Target="/ppt/notesMasters/notesMaster1.xml" Id="R3625bf6eca4548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f11d16668b4506" /><Relationship Type="http://schemas.openxmlformats.org/officeDocument/2006/relationships/notesMaster" Target="/ppt/notesMasters/notesMaster1.xml" Id="R7a13c30e1d624c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935308a7ec47a6" /><Relationship Type="http://schemas.openxmlformats.org/officeDocument/2006/relationships/notesMaster" Target="/ppt/notesMasters/notesMaster1.xml" Id="R63b4126e1972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868a816b3a411f" /><Relationship Type="http://schemas.openxmlformats.org/officeDocument/2006/relationships/notesMaster" Target="/ppt/notesMasters/notesMaster1.xml" Id="R4781eae90f8d4b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845245bf3b44fa" /><Relationship Type="http://schemas.openxmlformats.org/officeDocument/2006/relationships/notesMaster" Target="/ppt/notesMasters/notesMaster1.xml" Id="Ref89acc26b7b42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2aa742a68a4a45" /><Relationship Type="http://schemas.openxmlformats.org/officeDocument/2006/relationships/notesMaster" Target="/ppt/notesMasters/notesMaster1.xml" Id="Racea05c4b00a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79c451013a4157" /><Relationship Type="http://schemas.openxmlformats.org/officeDocument/2006/relationships/notesMaster" Target="/ppt/notesMasters/notesMaster1.xml" Id="R0f9f40d6d0154b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0fbc3779f34033" /><Relationship Type="http://schemas.openxmlformats.org/officeDocument/2006/relationships/notesMaster" Target="/ppt/notesMasters/notesMaster1.xml" Id="R8929f1c6316d42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7f09e8e7b74089" /><Relationship Type="http://schemas.openxmlformats.org/officeDocument/2006/relationships/notesMaster" Target="/ppt/notesMasters/notesMaster1.xml" Id="R23b4691163fa48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7633269c754abc" /><Relationship Type="http://schemas.openxmlformats.org/officeDocument/2006/relationships/notesMaster" Target="/ppt/notesMasters/notesMaster1.xml" Id="Re9253f01bf2743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c772b29bba48e4" /><Relationship Type="http://schemas.openxmlformats.org/officeDocument/2006/relationships/notesMaster" Target="/ppt/notesMasters/notesMaster1.xml" Id="R31709557fb20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4201589a649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e4e23e7954695" /><Relationship Type="http://schemas.openxmlformats.org/officeDocument/2006/relationships/slideLayout" Target="/ppt/slideLayouts/slideLayout1.xml" Id="Rdd3990eaa1ba44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990eaa1ba44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0365e0d3f4267" /><Relationship Type="http://schemas.openxmlformats.org/officeDocument/2006/relationships/hyperlink" Target="https://max.ru/id550146543714_bot" TargetMode="External" Id="R87526925f84748af" /><Relationship Type="http://schemas.openxmlformats.org/officeDocument/2006/relationships/hyperlink" Target="https://github.com/DeminLab/NaPare" TargetMode="External" Id="Rb95a133cb2974996" /><Relationship Type="http://schemas.openxmlformats.org/officeDocument/2006/relationships/image" Target="/ppt/media/image.png" Id="R7b1ac4f8f6ea408d" /><Relationship Type="http://schemas.openxmlformats.org/officeDocument/2006/relationships/notesSlide" Target="/ppt/notesSlides/notesSlide1.xml" Id="R10d599bb7b9b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cad1e90d41c9" /><Relationship Type="http://schemas.openxmlformats.org/officeDocument/2006/relationships/image" Target="/ppt/media/image.jpeg" Id="R23af89e4d7a14a8c" /><Relationship Type="http://schemas.openxmlformats.org/officeDocument/2006/relationships/notesSlide" Target="/ppt/notesSlides/notesSlide2.xml" Id="R77683b7dea85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f379be44f4b3d" /><Relationship Type="http://schemas.openxmlformats.org/officeDocument/2006/relationships/image" Target="/ppt/media/image2.jpeg" Id="R97cc71df312f4748" /><Relationship Type="http://schemas.openxmlformats.org/officeDocument/2006/relationships/notesSlide" Target="/ppt/notesSlides/notesSlide3.xml" Id="Redf037b5cc904b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cf61adb7246dc" /><Relationship Type="http://schemas.openxmlformats.org/officeDocument/2006/relationships/notesSlide" Target="/ppt/notesSlides/notesSlide4.xml" Id="R713cc6b7ddc443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7fed49671446c" /><Relationship Type="http://schemas.openxmlformats.org/officeDocument/2006/relationships/notesSlide" Target="/ppt/notesSlides/notesSlide5.xml" Id="R4850a6427916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4d53f53724d7c" /><Relationship Type="http://schemas.openxmlformats.org/officeDocument/2006/relationships/notesSlide" Target="/ppt/notesSlides/notesSlide6.xml" Id="R4e26029e3129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63db004e64556" /><Relationship Type="http://schemas.openxmlformats.org/officeDocument/2006/relationships/notesSlide" Target="/ppt/notesSlides/notesSlide7.xml" Id="R5a925c7d47b44a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c669007674dc4" /><Relationship Type="http://schemas.openxmlformats.org/officeDocument/2006/relationships/notesSlide" Target="/ppt/notesSlides/notesSlide8.xml" Id="Rece8df8d3baa41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7d9ad4acf44ba" /><Relationship Type="http://schemas.openxmlformats.org/officeDocument/2006/relationships/notesSlide" Target="/ppt/notesSlides/notesSlide9.xml" Id="R3de1769df57e44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ced2c26e0465c" /><Relationship Type="http://schemas.openxmlformats.org/officeDocument/2006/relationships/notesSlide" Target="/ppt/notesSlides/notesSlide10.xml" Id="Rdc8f050143e047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affb05d654e32" /><Relationship Type="http://schemas.openxmlformats.org/officeDocument/2006/relationships/notesSlide" Target="/ppt/notesSlides/notesSlide11.xml" Id="R170861de05a047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530a8c2764513" /><Relationship Type="http://schemas.openxmlformats.org/officeDocument/2006/relationships/notesSlide" Target="/ppt/notesSlides/notesSlide12.xml" Id="R5ca0b54b5d8149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3b5201ddb4ac5" /><Relationship Type="http://schemas.openxmlformats.org/officeDocument/2006/relationships/notesSlide" Target="/ppt/notesSlides/notesSlide13.xml" Id="Rdf1196a2c13c48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6eb49ed314452" /><Relationship Type="http://schemas.openxmlformats.org/officeDocument/2006/relationships/notesSlide" Target="/ppt/notesSlides/notesSlide14.xml" Id="R471ea88713ca4a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1d8a49a3e40d7" /><Relationship Type="http://schemas.openxmlformats.org/officeDocument/2006/relationships/notesSlide" Target="/ppt/notesSlides/notesSlide15.xml" Id="R51542d94b69546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3c76a56f544a5" /><Relationship Type="http://schemas.openxmlformats.org/officeDocument/2006/relationships/hyperlink" Target="https://max.ru/id550146543714_bot" TargetMode="External" Id="R9cf24df51ac8422d" /><Relationship Type="http://schemas.openxmlformats.org/officeDocument/2006/relationships/notesSlide" Target="/ppt/notesSlides/notesSlide16.xml" Id="R647d26d409e94f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NaPare: образовательная платформа и MVP-кейс хакатона «Образовательные решения»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87526925f84748af"/>
              </a:rPr>
              <a:t>https://max.ru/id550146543714_bot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/max/ на HTTPS-домене после выкладки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b95a133cb2974996"/>
              </a:rPr>
              <a:t>https://github.com/DeminLab/NaPare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Публичный запуск проверяется после выкладки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после запуска стенда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Исходники подготовлены; публичный запуск проверяется после выкладки. MAX_BOT_TOKEN задаётся только в окружении backend.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ac4f8f6ea408d"/>
          <a:srcRect xmlns:a="http://schemas.openxmlformats.org/drawingml/2006/main" l="0" t="6102" r="0" b="6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19100"/>
            <a:ext cx="323850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E91CC-1137-45D2-B472-E6C3E71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D1DCEF"/>
                </a:solidFill>
                <a:latin typeface="Arial"/>
                <a:ea typeface="Arial"/>
                <a:cs typeface="Arial"/>
              </a:rPr>
              <a:t>Иллюстрация кампусной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A713C-EACB-4566-A7DF-F30F33F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BA1EB-C97C-4099-93E5-1C2BBAB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F2011-9CB4-4B15-9507-5255D42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 — кабинет всего учебного процесса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DFE56-AB54-4E31-9413-BC0FF41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CDEDF-E969-4EC5-BF92-30E1BCD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Один портал связывает учебный день, работу преподавателя и процессы вуза.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0C28-8A8C-4403-906C-A2A6D2C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Студенту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66F86-CC91-46BA-9BCE-A090D6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Расписание, изменения, материалы и пространство пары.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9F2F6-C419-4546-8E40-77ECB801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BB58-F4FF-4B70-B7B7-79794EA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Занятия, объявления, подготовка и работа с группой.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8AB7-82ED-4503-A06C-0876E07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Вузу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1C299-8BEE-4F62-B6E4-594FA51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Пользователи, роли, структура и управление расписанием.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f89e4d7a14a8c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38300"/>
            <a:ext cx="5381625" cy="3524250"/>
          </a:xfrm>
          <a:prstGeom xmlns:a="http://schemas.openxmlformats.org/drawingml/2006/main" prst="roundRect">
            <a:avLst>
              <a:gd name="adj" fmla="val 378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B3EF5-D1B6-48DD-9118-4A7C95F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Один аккаунт и единая логика доступа для разных ролей.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812EF-91C7-49AE-8E4E-265CC9D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8650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Визуальная концепция продукта, не скриншот действующего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185414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5682-7AC1-4652-846E-A20332D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DBB4-0207-4F79-8147-FD760A7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CC98-4862-4F30-A99D-552B16F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от расписания к нужной 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81B6-5FE4-4493-A9A6-E528799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c71df312f4748"/>
          <a:srcRect xmlns:a="http://schemas.openxmlformats.org/drawingml/2006/main" l="11255" t="0" r="11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81150"/>
            <a:ext cx="47625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B94C-FC3E-46DF-9F0B-77BF6EB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144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Мой день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237E-8F6A-488E-9FCC-B48DE7D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669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CDCF5-D5F7-40CE-9D1A-B43750F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273BE-7D55-4C10-B097-6BB020E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717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День и неделя, переход к конкретному занятию.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CA1F-2832-417F-9902-C74FCB3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28F5D-6F83-4F85-95E9-6A438B0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19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0428B-10E2-48AF-A30B-5C5E8A1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480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Обновления расписания и уведомления о важных событиях.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9ABD4-1163-4D8D-96A1-4C2A08D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81F0-9724-4511-822B-8EA0AB2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95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пары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06F5-1E43-4B97-BE03-B78240D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243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Преподаватель, аудитория, материалы и обсуждение в контексте занятия.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18ECA-DF36-42F7-9B2E-56E86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A63B8-F09D-4548-A459-16069DC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72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Учебный статус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FD8DB-79CD-4674-A0EB-907B310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00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Информация о посещаемости и причинах отсутствия.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6FE08-0146-4173-92AB-962D793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Цель — чтобы студенту не приходилось собирать план дня по разным каналам.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03FB8-0E82-44A2-9525-A825993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Иллюстрация фирменного стиля, не экран личного кабинета</a:t>
            </a:r>
          </a:p>
        </p:txBody>
      </p:sp>
    </p:spTree>
    <p:extLst>
      <p:ext uri="{BB962C8B-B14F-4D97-AF65-F5344CB8AC3E}">
        <p14:creationId xmlns:p14="http://schemas.microsoft.com/office/powerpoint/2010/main" val="1973983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D8CED-3364-47EC-8764-6FC4A17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44068-8CB1-4C2F-AF3D-9CC488F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1867-5522-4EAE-BC85-8DE9E29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преподавателя и вуза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B7CA-EDCB-4659-B8CD-13FBA66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9F49-92B3-44E4-9868-3BF9EB0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B77C-D432-4916-91F0-EFB4B99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Объявления и материалы для группы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Подготовка к занятию и список отсутствующих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Обсуждение в пространстве пары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Отметка посещаемости, в том числе QR в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8E099-92ED-4B00-9585-2D04538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УНИВЕРСИТЕТ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A7A0A-46FC-4050-A559-9FD7409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Структура вуза, группы и пользователи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Назначение ролей и доступов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Загрузка и синхронизация расписания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Управление изменениями расписания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02042-0D93-442C-A644-252776B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Ролевые кабинеты показывают только те инструменты, которые нужны пользователю.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FAA25-B849-4253-8982-1834B75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Функции описаны по текущей структуре продукта; подключение официальных систем вуза настраивается отдельно.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2CE9F-A258-40BF-A83B-6BA2FFFB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5048250" cy="3190875"/>
          </a:xfrm>
          <a:prstGeom xmlns:a="http://schemas.openxmlformats.org/drawingml/2006/main" prst="roundRect">
            <a:avLst>
              <a:gd name="adj" fmla="val 35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946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4179B-CB43-41FD-97BC-E3BE8ED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94660"/>
            </a:solidFill>
          </a:ln>
        </p:spPr>
      </p:sp>
    </p:spTree>
    <p:extLst>
      <p:ext uri="{BB962C8B-B14F-4D97-AF65-F5344CB8AC3E}">
        <p14:creationId xmlns:p14="http://schemas.microsoft.com/office/powerpoint/2010/main" val="47659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33457-3EB9-46C3-A430-1AE3518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8CA87-A5E5-4FDC-B58B-D5C99D3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MAX MINI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EA1DD-0B99-41D9-8CCD-4246E58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открывает тот же сайт и кабинет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3D428-D149-41D1-85D2-93BE23D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080C-507E-416B-937A-94193FF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Кнопка «Открыть» запускает web-portal внутри MAX. Отдельная копия сайта не нужна.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47862-AF4F-4ED4-935C-77AAC95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801A-8E02-45BB-A467-3740B6A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9C989-99FD-434A-A59E-0F6EF6D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3FF8A-81DB-4D8D-B6F0-7BDAE9A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Пользователь входит по университетским логину и паролю и связывает аккаунт с MAX.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5301-6ECA-41F6-9B9C-56FA8F5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C1DDF-51E8-4033-A5E7-91CA4DD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37086-E190-440B-A116-1E17923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запуски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714D-89BC-41F3-BE36-0266FE2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Подписанные данные MAX проверяются сервером; пользователь входит без повторного ввода пароля.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30483-3000-4E4B-9223-1B538D3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EC51C-E480-43CB-88F9-1F8DA54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ECE6A-3A39-4046-9BB9-7A84E06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Нужная 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15A63-C0C3-4510-9534-73B435B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Сайт направляет студента, преподавателя или сотрудника в соответствующий кабинет.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24C3E-0B9E-4AFC-A339-2B80965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17682-3449-44DB-B58B-D3C91F5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D45F-98B5-4A2D-878F-325AE449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Возможности 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79EA0-FD22-4AB8-995D-4597A91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Запуск из бота, камера для QR, кнопка «Назад» и системная отправка расписания.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A42B3-DBBD-4D65-84A6-30491C8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Сайт остаётся общим для браузера и Mini App; MAX добавляет быстрый вход и нативные возможности платформы.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45461-7F00-4DF0-87B4-70CE8D6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D5"/>
                </a:solidFill>
                <a:latin typeface="Arial"/>
                <a:ea typeface="Arial"/>
                <a:cs typeface="Arial"/>
              </a:rPr>
              <a:t>Публичный запуск и настройки кнопки бота проверяются после выкладки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21195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ОБРАЗОВАТЕЛЬНАЯ ПЛАТФОРМА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4802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BE7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676650" cy="523875"/>
          </a:xfrm>
          <a:prstGeom xmlns:a="http://schemas.openxmlformats.org/drawingml/2006/main" prst="roundRect">
            <a:avLst>
              <a:gd name="adj" fmla="val 30909"/>
            </a:avLst>
          </a:prstGeom>
          <a:solidFill xmlns:a="http://schemas.openxmlformats.org/drawingml/2006/main">
            <a:srgbClr val="2768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9cf24df51ac8422d"/>
              </a:rPr>
              <a:t>Открыть MAX-бота  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97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2026-09-29T14:21:24.9680000Z</dcterms:created>
  <dcterms:modified xsi:type="dcterms:W3CDTF">2026-09-29T14:21:24.9680000Z</dcterms:modified>
</coreProperties>
</file>