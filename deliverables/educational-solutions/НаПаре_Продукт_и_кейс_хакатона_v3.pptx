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a37cb7c0594d16" /><Relationship Type="http://schemas.openxmlformats.org/officeDocument/2006/relationships/extended-properties" Target="/docProps/app.xml" Id="R083fff7f3f4142ea" /><Relationship Type="http://schemas.openxmlformats.org/officeDocument/2006/relationships/officeDocument" Target="/ppt/presentation.xml" Id="R10f81b193a1b47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54c17458e46cf"/>
  </p:sldMasterIdLst>
  <p:notesMasterIdLst>
    <p:notesMasterId xmlns:r="http://schemas.openxmlformats.org/officeDocument/2006/relationships" r:id="R1b47820ce42a4e2d"/>
  </p:notesMasterIdLst>
  <p:sldIdLst>
    <p:sldId xmlns:r="http://schemas.openxmlformats.org/officeDocument/2006/relationships" id="256" r:id="R53225a15055643fc"/>
    <p:sldId xmlns:r="http://schemas.openxmlformats.org/officeDocument/2006/relationships" id="257" r:id="R9eaf752d47324c38"/>
    <p:sldId xmlns:r="http://schemas.openxmlformats.org/officeDocument/2006/relationships" id="258" r:id="R753df376209742f1"/>
    <p:sldId xmlns:r="http://schemas.openxmlformats.org/officeDocument/2006/relationships" id="259" r:id="Rf8fa43b9baed4a30"/>
    <p:sldId xmlns:r="http://schemas.openxmlformats.org/officeDocument/2006/relationships" id="260" r:id="Rbaea81fb11cd4a1a"/>
    <p:sldId xmlns:r="http://schemas.openxmlformats.org/officeDocument/2006/relationships" id="261" r:id="Rf3121dc15be54986"/>
    <p:sldId xmlns:r="http://schemas.openxmlformats.org/officeDocument/2006/relationships" id="262" r:id="Rc177b4222cb647b7"/>
    <p:sldId xmlns:r="http://schemas.openxmlformats.org/officeDocument/2006/relationships" id="263" r:id="Raea6ed630625466d"/>
    <p:sldId xmlns:r="http://schemas.openxmlformats.org/officeDocument/2006/relationships" id="264" r:id="Rc1f666106526414c"/>
    <p:sldId xmlns:r="http://schemas.openxmlformats.org/officeDocument/2006/relationships" id="265" r:id="Rf823750262ac4734"/>
    <p:sldId xmlns:r="http://schemas.openxmlformats.org/officeDocument/2006/relationships" id="266" r:id="R2974e5b998274a3d"/>
    <p:sldId xmlns:r="http://schemas.openxmlformats.org/officeDocument/2006/relationships" id="267" r:id="R9eaacfc9e3d3472b"/>
    <p:sldId xmlns:r="http://schemas.openxmlformats.org/officeDocument/2006/relationships" id="268" r:id="R660be29dd84b4a92"/>
    <p:sldId xmlns:r="http://schemas.openxmlformats.org/officeDocument/2006/relationships" id="269" r:id="Rf633694cefef47c9"/>
    <p:sldId xmlns:r="http://schemas.openxmlformats.org/officeDocument/2006/relationships" id="270" r:id="Rdd695d67ae444dae"/>
    <p:sldId xmlns:r="http://schemas.openxmlformats.org/officeDocument/2006/relationships" id="271" r:id="R69667fb8968e49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316db5f4848d2" /><Relationship Type="http://schemas.openxmlformats.org/officeDocument/2006/relationships/slideMaster" Target="/ppt/slideMasters/slideMaster1.xml" Id="R75d54c17458e46cf" /><Relationship Type="http://schemas.openxmlformats.org/officeDocument/2006/relationships/notesMaster" Target="/ppt/notesMasters/notesMaster1.xml" Id="R1b47820ce42a4e2d" /><Relationship Type="http://schemas.openxmlformats.org/officeDocument/2006/relationships/presProps" Target="/ppt/presProps.xml" Id="R6b53a0ede15b4140" /><Relationship Type="http://schemas.openxmlformats.org/officeDocument/2006/relationships/tableStyles" Target="/ppt/tableStyles.xml" Id="Re4c933f0b3e34ab3" /><Relationship Type="http://schemas.openxmlformats.org/officeDocument/2006/relationships/slide" Target="/ppt/slides/slide1.xml" Id="R53225a15055643fc" /><Relationship Type="http://schemas.openxmlformats.org/officeDocument/2006/relationships/slide" Target="/ppt/slides/slide2.xml" Id="R9eaf752d47324c38" /><Relationship Type="http://schemas.openxmlformats.org/officeDocument/2006/relationships/slide" Target="/ppt/slides/slide3.xml" Id="R753df376209742f1" /><Relationship Type="http://schemas.openxmlformats.org/officeDocument/2006/relationships/slide" Target="/ppt/slides/slide4.xml" Id="Rf8fa43b9baed4a30" /><Relationship Type="http://schemas.openxmlformats.org/officeDocument/2006/relationships/slide" Target="/ppt/slides/slide5.xml" Id="Rbaea81fb11cd4a1a" /><Relationship Type="http://schemas.openxmlformats.org/officeDocument/2006/relationships/slide" Target="/ppt/slides/slide6.xml" Id="Rf3121dc15be54986" /><Relationship Type="http://schemas.openxmlformats.org/officeDocument/2006/relationships/slide" Target="/ppt/slides/slide7.xml" Id="Rc177b4222cb647b7" /><Relationship Type="http://schemas.openxmlformats.org/officeDocument/2006/relationships/slide" Target="/ppt/slides/slide8.xml" Id="Raea6ed630625466d" /><Relationship Type="http://schemas.openxmlformats.org/officeDocument/2006/relationships/slide" Target="/ppt/slides/slide9.xml" Id="Rc1f666106526414c" /><Relationship Type="http://schemas.openxmlformats.org/officeDocument/2006/relationships/slide" Target="/ppt/slides/slide10.xml" Id="Rf823750262ac4734" /><Relationship Type="http://schemas.openxmlformats.org/officeDocument/2006/relationships/slide" Target="/ppt/slides/slide11.xml" Id="R2974e5b998274a3d" /><Relationship Type="http://schemas.openxmlformats.org/officeDocument/2006/relationships/slide" Target="/ppt/slides/slide12.xml" Id="R9eaacfc9e3d3472b" /><Relationship Type="http://schemas.openxmlformats.org/officeDocument/2006/relationships/slide" Target="/ppt/slides/slide13.xml" Id="R660be29dd84b4a92" /><Relationship Type="http://schemas.openxmlformats.org/officeDocument/2006/relationships/slide" Target="/ppt/slides/slide14.xml" Id="Rf633694cefef47c9" /><Relationship Type="http://schemas.openxmlformats.org/officeDocument/2006/relationships/slide" Target="/ppt/slides/slide15.xml" Id="Rdd695d67ae444dae" /><Relationship Type="http://schemas.openxmlformats.org/officeDocument/2006/relationships/slide" Target="/ppt/slides/slide16.xml" Id="R69667fb8968e49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a5c998f3241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21f36e1e845dd" /><Relationship Type="http://schemas.openxmlformats.org/officeDocument/2006/relationships/notesMaster" Target="/ppt/notesMasters/notesMaster1.xml" Id="Ra1e64c0d4cab40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e692878a7b4513" /><Relationship Type="http://schemas.openxmlformats.org/officeDocument/2006/relationships/notesMaster" Target="/ppt/notesMasters/notesMaster1.xml" Id="R7ae4c0ddaba54a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e20981d4c4eb7" /><Relationship Type="http://schemas.openxmlformats.org/officeDocument/2006/relationships/notesMaster" Target="/ppt/notesMasters/notesMaster1.xml" Id="Re8ce7c4fd5dd43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3fbf164a694258" /><Relationship Type="http://schemas.openxmlformats.org/officeDocument/2006/relationships/notesMaster" Target="/ppt/notesMasters/notesMaster1.xml" Id="Rdc9f65031d83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5721518124949" /><Relationship Type="http://schemas.openxmlformats.org/officeDocument/2006/relationships/notesMaster" Target="/ppt/notesMasters/notesMaster1.xml" Id="Rfbd6f5024f884e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5606d0f774ddd" /><Relationship Type="http://schemas.openxmlformats.org/officeDocument/2006/relationships/notesMaster" Target="/ppt/notesMasters/notesMaster1.xml" Id="R82fc287386dd4a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5debed53d24c44" /><Relationship Type="http://schemas.openxmlformats.org/officeDocument/2006/relationships/notesMaster" Target="/ppt/notesMasters/notesMaster1.xml" Id="R75497f294c1842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7997336869415b" /><Relationship Type="http://schemas.openxmlformats.org/officeDocument/2006/relationships/notesMaster" Target="/ppt/notesMasters/notesMaster1.xml" Id="R6edb964c67b147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d91a53f07a4aa5" /><Relationship Type="http://schemas.openxmlformats.org/officeDocument/2006/relationships/notesMaster" Target="/ppt/notesMasters/notesMaster1.xml" Id="R84a3c416ef4040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d08f03c2b149b1" /><Relationship Type="http://schemas.openxmlformats.org/officeDocument/2006/relationships/notesMaster" Target="/ppt/notesMasters/notesMaster1.xml" Id="R01be70a87a5c45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9c2d90c6574254" /><Relationship Type="http://schemas.openxmlformats.org/officeDocument/2006/relationships/notesMaster" Target="/ppt/notesMasters/notesMaster1.xml" Id="Rc2256d5a954046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ad18580f0b4528" /><Relationship Type="http://schemas.openxmlformats.org/officeDocument/2006/relationships/notesMaster" Target="/ppt/notesMasters/notesMaster1.xml" Id="R3d29a004f1d24f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2fef361960496e" /><Relationship Type="http://schemas.openxmlformats.org/officeDocument/2006/relationships/notesMaster" Target="/ppt/notesMasters/notesMaster1.xml" Id="Raa3b0c31329a4e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27dc6c78ce439c" /><Relationship Type="http://schemas.openxmlformats.org/officeDocument/2006/relationships/notesMaster" Target="/ppt/notesMasters/notesMaster1.xml" Id="Rfbd9f44d87244a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6d887edbc1477e" /><Relationship Type="http://schemas.openxmlformats.org/officeDocument/2006/relationships/notesMaster" Target="/ppt/notesMasters/notesMaster1.xml" Id="R3571ffe59af24a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bcb24df00b4ca7" /><Relationship Type="http://schemas.openxmlformats.org/officeDocument/2006/relationships/notesMaster" Target="/ppt/notesMasters/notesMaster1.xml" Id="Rb61b9a82217c47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af96a17b64f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71f39274148d2" /><Relationship Type="http://schemas.openxmlformats.org/officeDocument/2006/relationships/slideLayout" Target="/ppt/slideLayouts/slideLayout1.xml" Id="R0bb4989f3e5b46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4989f3e5b46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05f3f39484f54" /><Relationship Type="http://schemas.openxmlformats.org/officeDocument/2006/relationships/hyperlink" Target="https://max.ru/id550146543714_bot" TargetMode="External" Id="R3afa6b548237405f" /><Relationship Type="http://schemas.openxmlformats.org/officeDocument/2006/relationships/hyperlink" Target="https://github.com/DeminLab/NaPare" TargetMode="External" Id="R09b3938fd5b745d2" /><Relationship Type="http://schemas.openxmlformats.org/officeDocument/2006/relationships/image" Target="/ppt/media/image.png" Id="R166cb046ac8a452f" /><Relationship Type="http://schemas.openxmlformats.org/officeDocument/2006/relationships/notesSlide" Target="/ppt/notesSlides/notesSlide1.xml" Id="R995e72f1f7fe42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3b3616fd4416e" /><Relationship Type="http://schemas.openxmlformats.org/officeDocument/2006/relationships/image" Target="/ppt/media/image.jpeg" Id="Rfa825180cefb4dcd" /><Relationship Type="http://schemas.openxmlformats.org/officeDocument/2006/relationships/notesSlide" Target="/ppt/notesSlides/notesSlide2.xml" Id="R4d720a03ee55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d99e9a5764fa9" /><Relationship Type="http://schemas.openxmlformats.org/officeDocument/2006/relationships/image" Target="/ppt/media/image2.jpeg" Id="Rc4390a27c8e44a64" /><Relationship Type="http://schemas.openxmlformats.org/officeDocument/2006/relationships/notesSlide" Target="/ppt/notesSlides/notesSlide3.xml" Id="R16c432ba94b641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62c7672d74030" /><Relationship Type="http://schemas.openxmlformats.org/officeDocument/2006/relationships/notesSlide" Target="/ppt/notesSlides/notesSlide4.xml" Id="R1210de7ce25344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6c13edec4ba2" /><Relationship Type="http://schemas.openxmlformats.org/officeDocument/2006/relationships/notesSlide" Target="/ppt/notesSlides/notesSlide5.xml" Id="Rc53275c1ca8547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a6ff293c54efd" /><Relationship Type="http://schemas.openxmlformats.org/officeDocument/2006/relationships/notesSlide" Target="/ppt/notesSlides/notesSlide6.xml" Id="Ra20aa495afc649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d5026775d40e1" /><Relationship Type="http://schemas.openxmlformats.org/officeDocument/2006/relationships/notesSlide" Target="/ppt/notesSlides/notesSlide7.xml" Id="R7a822e63a3564e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ae37e26bc439f" /><Relationship Type="http://schemas.openxmlformats.org/officeDocument/2006/relationships/notesSlide" Target="/ppt/notesSlides/notesSlide8.xml" Id="Rdecf24195f2f45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ea014b7204dad" /><Relationship Type="http://schemas.openxmlformats.org/officeDocument/2006/relationships/notesSlide" Target="/ppt/notesSlides/notesSlide9.xml" Id="R10bdc8c1445045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e8c461ec94463" /><Relationship Type="http://schemas.openxmlformats.org/officeDocument/2006/relationships/notesSlide" Target="/ppt/notesSlides/notesSlide10.xml" Id="R2f5ad865cab148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6d519c54945dd" /><Relationship Type="http://schemas.openxmlformats.org/officeDocument/2006/relationships/notesSlide" Target="/ppt/notesSlides/notesSlide11.xml" Id="R6f881dc55ef34e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e4d7a80864a2d" /><Relationship Type="http://schemas.openxmlformats.org/officeDocument/2006/relationships/notesSlide" Target="/ppt/notesSlides/notesSlide12.xml" Id="R8185c259961e47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4467876f44a04" /><Relationship Type="http://schemas.openxmlformats.org/officeDocument/2006/relationships/notesSlide" Target="/ppt/notesSlides/notesSlide13.xml" Id="Rf28835e1b8be4b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2c6c6a2e14dc1" /><Relationship Type="http://schemas.openxmlformats.org/officeDocument/2006/relationships/notesSlide" Target="/ppt/notesSlides/notesSlide14.xml" Id="R78b1cde65a8e48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13729500d4cbb" /><Relationship Type="http://schemas.openxmlformats.org/officeDocument/2006/relationships/notesSlide" Target="/ppt/notesSlides/notesSlide15.xml" Id="R73d2913483374d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974a5eb25417b" /><Relationship Type="http://schemas.openxmlformats.org/officeDocument/2006/relationships/hyperlink" Target="https://max.ru/id550146543714_bot" TargetMode="External" Id="R5b975d96bbf04143" /><Relationship Type="http://schemas.openxmlformats.org/officeDocument/2006/relationships/notesSlide" Target="/ppt/notesSlides/notesSlide16.xml" Id="Ra788126c0c0d47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NaPare: образовательная платформа и MVP-кейс хакатона «Образовательные решения»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3afa6b548237405f"/>
              </a:rPr>
              <a:t>https://max.ru/id550146543714_bot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/max/ на HTTPS-домене после выкладки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09b3938fd5b745d2"/>
              </a:rPr>
              <a:t>https://github.com/DeminLab/NaPare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Публичный запуск проверяется после выкладки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после запуска стенда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Исходники подготовлены; публичный запуск проверяется после выкладки. MAX_BOT_TOKEN задаётся только в окружении backend.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cb046ac8a452f"/>
          <a:srcRect xmlns:a="http://schemas.openxmlformats.org/drawingml/2006/main" l="0" t="6102" r="0" b="6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19100"/>
            <a:ext cx="323850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E91CC-1137-45D2-B472-E6C3E71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D1DCEF"/>
                </a:solidFill>
                <a:latin typeface="Arial"/>
                <a:ea typeface="Arial"/>
                <a:cs typeface="Arial"/>
              </a:rPr>
              <a:t>Иллюстрация кампусной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A713C-EACB-4566-A7DF-F30F33F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BA1EB-C97C-4099-93E5-1C2BBAB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F2011-9CB4-4B15-9507-5255D42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 — кабинет всего учебного процесса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DFE56-AB54-4E31-9413-BC0FF41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CDEDF-E969-4EC5-BF92-30E1BCD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Один портал связывает учебный день, работу преподавателя и процессы вуза.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0C28-8A8C-4403-906C-A2A6D2C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Студенту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66F86-CC91-46BA-9BCE-A090D6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Расписание, изменения, материалы и пространство пары.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9F2F6-C419-4546-8E40-77ECB801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BB58-F4FF-4B70-B7B7-79794EA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Занятия, объявления, подготовка и работа с группой.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8AB7-82ED-4503-A06C-0876E07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Вузу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1C299-8BEE-4F62-B6E4-594FA51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Пользователи, роли, структура и управление расписанием.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25180cefb4dcd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38300"/>
            <a:ext cx="5381625" cy="3524250"/>
          </a:xfrm>
          <a:prstGeom xmlns:a="http://schemas.openxmlformats.org/drawingml/2006/main" prst="roundRect">
            <a:avLst>
              <a:gd name="adj" fmla="val 378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B3EF5-D1B6-48DD-9118-4A7C95F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Один аккаунт и единая логика доступа для разных ролей.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812EF-91C7-49AE-8E4E-265CC9D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8650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Визуальная концепция продукта, не скриншот действующего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185414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5682-7AC1-4652-846E-A20332D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DBB4-0207-4F79-8147-FD760A7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CC98-4862-4F30-A99D-552B16F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от расписания к нужной 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81B6-5FE4-4493-A9A6-E528799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90a27c8e44a64"/>
          <a:srcRect xmlns:a="http://schemas.openxmlformats.org/drawingml/2006/main" l="11255" t="0" r="11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81150"/>
            <a:ext cx="47625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B94C-FC3E-46DF-9F0B-77BF6EB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144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Мой день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237E-8F6A-488E-9FCC-B48DE7D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669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CDCF5-D5F7-40CE-9D1A-B43750F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273BE-7D55-4C10-B097-6BB020E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717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День и неделя, переход к конкретному занятию.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CA1F-2832-417F-9902-C74FCB3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28F5D-6F83-4F85-95E9-6A438B0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19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0428B-10E2-48AF-A30B-5C5E8A1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480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Обновления расписания и уведомления о важных событиях.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9ABD4-1163-4D8D-96A1-4C2A08D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81F0-9724-4511-822B-8EA0AB2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95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пары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06F5-1E43-4B97-BE03-B78240D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243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Преподаватель, аудитория, материалы и обсуждение в контексте занятия.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18ECA-DF36-42F7-9B2E-56E86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A63B8-F09D-4548-A459-16069DC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72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Учебный статус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FD8DB-79CD-4674-A0EB-907B310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00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Информация о посещаемости и причинах отсутствия.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6FE08-0146-4173-92AB-962D793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Цель — чтобы студенту не приходилось собирать план дня по разным каналам.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03FB8-0E82-44A2-9525-A825993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Иллюстрация фирменного стиля, не экран личного кабинета</a:t>
            </a:r>
          </a:p>
        </p:txBody>
      </p:sp>
    </p:spTree>
    <p:extLst>
      <p:ext uri="{BB962C8B-B14F-4D97-AF65-F5344CB8AC3E}">
        <p14:creationId xmlns:p14="http://schemas.microsoft.com/office/powerpoint/2010/main" val="1973983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D8CED-3364-47EC-8764-6FC4A17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44068-8CB1-4C2F-AF3D-9CC488F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1867-5522-4EAE-BC85-8DE9E29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Преподаватель и вуз: управление учебной работой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B7CA-EDCB-4659-B8CD-13FBA66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9F49-92B3-44E4-9868-3BF9EB0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B77C-D432-4916-91F0-EFB4B99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Объявления и материалы для группы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Подготовка к занятию и список отсутствующих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Обсуждение в пространстве пары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Отметка посещаемости, в том числе QR в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8E099-92ED-4B00-9585-2D04538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УНИВЕРСИТЕТ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A7A0A-46FC-4050-A559-9FD7409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Структура вуза, группы и пользователи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Назначение ролей и доступов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Загрузка и синхронизация расписания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Управление изменениями расписания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02042-0D93-442C-A644-252776B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Ролевые кабинеты показывают только те инструменты, которые нужны пользователю.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FAA25-B849-4253-8982-1834B75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Функции описаны по текущей структуре продукта; подключение официальных систем вуза настраивается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47659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33457-3EB9-46C3-A430-1AE3518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8CA87-A5E5-4FDC-B58B-D5C99D3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MAX MINI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EA1DD-0B99-41D9-8CCD-4246E58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открывает тот же сайт и кабинет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3D428-D149-41D1-85D2-93BE23D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080C-507E-416B-937A-94193FF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Кнопка «Открыть» запускает web-portal внутри MAX. Отдельная копия сайта не нужна.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47862-AF4F-4ED4-935C-77AAC95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801A-8E02-45BB-A467-3740B6A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9C989-99FD-434A-A59E-0F6EF6D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3FF8A-81DB-4D8D-B6F0-7BDAE9A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Пользователь входит по университетским логину и паролю и связывает аккаунт с MAX.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5301-6ECA-41F6-9B9C-56FA8F5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C1DDF-51E8-4033-A5E7-91CA4DD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37086-E190-440B-A116-1E17923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запуски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714D-89BC-41F3-BE36-0266FE2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Подписанные данные MAX проверяются сервером; пользователь входит без повторного ввода пароля.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30483-3000-4E4B-9223-1B538D3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EC51C-E480-43CB-88F9-1F8DA54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ECE6A-3A39-4046-9BB9-7A84E06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Нужная 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15A63-C0C3-4510-9534-73B435B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Сайт направляет студента, преподавателя или сотрудника в соответствующий кабинет.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24C3E-0B9E-4AFC-A339-2B80965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17682-3449-44DB-B58B-D3C91F5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D45F-98B5-4A2D-878F-325AE449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Возможности 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79EA0-FD22-4AB8-995D-4597A91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Запуск из бота, камера для QR, кнопка «Назад» и системная отправка расписания.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A42B3-DBBD-4D65-84A6-30491C8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Сайт остаётся общим для браузера и Mini App; MAX добавляет быстрый вход и нативные возможности платформы.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45461-7F00-4DF0-87B4-70CE8D6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D5"/>
                </a:solidFill>
                <a:latin typeface="Arial"/>
                <a:ea typeface="Arial"/>
                <a:cs typeface="Arial"/>
              </a:rPr>
              <a:t>Публичный запуск и настройки кнопки бота проверяются после выкладки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21195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ОБРАЗОВАТЕЛЬНАЯ ПЛАТФОРМА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4802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BE7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676650" cy="523875"/>
          </a:xfrm>
          <a:prstGeom xmlns:a="http://schemas.openxmlformats.org/drawingml/2006/main" prst="roundRect">
            <a:avLst>
              <a:gd name="adj" fmla="val 30909"/>
            </a:avLst>
          </a:prstGeom>
          <a:solidFill xmlns:a="http://schemas.openxmlformats.org/drawingml/2006/main">
            <a:srgbClr val="2768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b975d96bbf04143"/>
              </a:rPr>
              <a:t>Открыть MAX-бота  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97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2026-09-29T14:19:56.5080000Z</dcterms:created>
  <dcterms:modified xsi:type="dcterms:W3CDTF">2026-09-29T14:19:56.5080000Z</dcterms:modified>
</coreProperties>
</file>